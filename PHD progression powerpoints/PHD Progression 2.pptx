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59" r:id="rId3"/>
    <p:sldId id="258" r:id="rId4"/>
    <p:sldId id="260" r:id="rId5"/>
    <p:sldId id="261" r:id="rId6"/>
    <p:sldId id="263"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C7127FF-F5B7-4380-A228-C450799DB007}" type="datetimeFigureOut">
              <a:rPr lang="en-GB" smtClean="0"/>
              <a:t>20/11/2025</a:t>
            </a:fld>
            <a:endParaRPr lang="en-GB"/>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A2B393B-FA2E-4738-B1EA-84C9ED98391D}" type="slidenum">
              <a:rPr lang="en-GB" smtClean="0"/>
              <a:t>‹#›</a:t>
            </a:fld>
            <a:endParaRPr lang="en-GB"/>
          </a:p>
        </p:txBody>
      </p:sp>
    </p:spTree>
    <p:extLst>
      <p:ext uri="{BB962C8B-B14F-4D97-AF65-F5344CB8AC3E}">
        <p14:creationId xmlns:p14="http://schemas.microsoft.com/office/powerpoint/2010/main" val="3231182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127FF-F5B7-4380-A228-C450799DB007}"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4017970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C7127FF-F5B7-4380-A228-C450799DB007}" type="datetimeFigureOut">
              <a:rPr lang="en-GB" smtClean="0"/>
              <a:t>20/11/2025</a:t>
            </a:fld>
            <a:endParaRPr lang="en-GB"/>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A2B393B-FA2E-4738-B1EA-84C9ED98391D}" type="slidenum">
              <a:rPr lang="en-GB" smtClean="0"/>
              <a:t>‹#›</a:t>
            </a:fld>
            <a:endParaRPr lang="en-GB"/>
          </a:p>
        </p:txBody>
      </p:sp>
    </p:spTree>
    <p:extLst>
      <p:ext uri="{BB962C8B-B14F-4D97-AF65-F5344CB8AC3E}">
        <p14:creationId xmlns:p14="http://schemas.microsoft.com/office/powerpoint/2010/main" val="2289335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7127FF-F5B7-4380-A228-C450799DB007}"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3458862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7127FF-F5B7-4380-A228-C450799DB007}" type="datetimeFigureOut">
              <a:rPr lang="en-GB" smtClean="0"/>
              <a:t>20/11/2025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3373491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7127FF-F5B7-4380-A228-C450799DB007}" type="datetimeFigureOut">
              <a:rPr lang="en-GB" smtClean="0"/>
              <a:t>20/11/2025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2174552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127FF-F5B7-4380-A228-C450799DB007}" type="datetimeFigureOut">
              <a:rPr lang="en-GB" smtClean="0"/>
              <a:t>20/11/2025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224601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C7127FF-F5B7-4380-A228-C450799DB007}" type="datetimeFigureOut">
              <a:rPr lang="en-GB" smtClean="0"/>
              <a:t>20/11/2025</a:t>
            </a:fld>
            <a:endParaRPr lang="en-GB"/>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A2B393B-FA2E-4738-B1EA-84C9ED98391D}" type="slidenum">
              <a:rPr lang="en-GB" smtClean="0"/>
              <a:t>‹#›</a:t>
            </a:fld>
            <a:endParaRPr lang="en-GB"/>
          </a:p>
        </p:txBody>
      </p:sp>
    </p:spTree>
    <p:extLst>
      <p:ext uri="{BB962C8B-B14F-4D97-AF65-F5344CB8AC3E}">
        <p14:creationId xmlns:p14="http://schemas.microsoft.com/office/powerpoint/2010/main" val="536577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7127FF-F5B7-4380-A228-C450799DB007}"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3134528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127FF-F5B7-4380-A228-C450799DB007}"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A2B393B-FA2E-4738-B1EA-84C9ED98391D}" type="slidenum">
              <a:rPr lang="en-GB" smtClean="0"/>
              <a:t>‹#›</a:t>
            </a:fld>
            <a:endParaRPr lang="en-GB"/>
          </a:p>
        </p:txBody>
      </p:sp>
    </p:spTree>
    <p:extLst>
      <p:ext uri="{BB962C8B-B14F-4D97-AF65-F5344CB8AC3E}">
        <p14:creationId xmlns:p14="http://schemas.microsoft.com/office/powerpoint/2010/main" val="1618728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C7127FF-F5B7-4380-A228-C450799DB007}" type="datetimeFigureOut">
              <a:rPr lang="en-GB" smtClean="0"/>
              <a:t>20/11/2025</a:t>
            </a:fld>
            <a:endParaRPr lang="en-GB"/>
          </a:p>
        </p:txBody>
      </p:sp>
      <p:sp>
        <p:nvSpPr>
          <p:cNvPr id="5" name="Footer Placeholder 4"/>
          <p:cNvSpPr>
            <a:spLocks noGrp="1"/>
          </p:cNvSpPr>
          <p:nvPr>
            <p:ph type="ftr" sz="quarter" idx="11"/>
          </p:nvPr>
        </p:nvSpPr>
        <p:spPr>
          <a:xfrm>
            <a:off x="774923" y="5951811"/>
            <a:ext cx="7896279" cy="365125"/>
          </a:xfrm>
        </p:spPr>
        <p:txBody>
          <a:bodyPr/>
          <a:lstStyle/>
          <a:p>
            <a:endParaRPr lang="en-GB"/>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A2B393B-FA2E-4738-B1EA-84C9ED98391D}" type="slidenum">
              <a:rPr lang="en-GB" smtClean="0"/>
              <a:t>‹#›</a:t>
            </a:fld>
            <a:endParaRPr lang="en-GB"/>
          </a:p>
        </p:txBody>
      </p:sp>
    </p:spTree>
    <p:extLst>
      <p:ext uri="{BB962C8B-B14F-4D97-AF65-F5344CB8AC3E}">
        <p14:creationId xmlns:p14="http://schemas.microsoft.com/office/powerpoint/2010/main" val="288888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C7127FF-F5B7-4380-A228-C450799DB007}" type="datetimeFigureOut">
              <a:rPr lang="en-GB" smtClean="0"/>
              <a:t>20/11/2025</a:t>
            </a:fld>
            <a:endParaRPr lang="en-GB"/>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GB"/>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A2B393B-FA2E-4738-B1EA-84C9ED98391D}" type="slidenum">
              <a:rPr lang="en-GB" smtClean="0"/>
              <a:t>‹#›</a:t>
            </a:fld>
            <a:endParaRPr lang="en-GB"/>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99272295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81FE-6C03-F279-21DA-813F4BA27400}"/>
              </a:ext>
            </a:extLst>
          </p:cNvPr>
          <p:cNvSpPr>
            <a:spLocks noGrp="1"/>
          </p:cNvSpPr>
          <p:nvPr>
            <p:ph type="ctrTitle"/>
          </p:nvPr>
        </p:nvSpPr>
        <p:spPr/>
        <p:txBody>
          <a:bodyPr/>
          <a:lstStyle/>
          <a:p>
            <a:r>
              <a:rPr lang="en-US" dirty="0"/>
              <a:t>PHD Progression 2</a:t>
            </a:r>
            <a:endParaRPr lang="en-GB" dirty="0"/>
          </a:p>
        </p:txBody>
      </p:sp>
      <p:sp>
        <p:nvSpPr>
          <p:cNvPr id="3" name="Subtitle 2">
            <a:extLst>
              <a:ext uri="{FF2B5EF4-FFF2-40B4-BE49-F238E27FC236}">
                <a16:creationId xmlns:a16="http://schemas.microsoft.com/office/drawing/2014/main" id="{206C69DC-13C6-F301-7C6C-39C97A820503}"/>
              </a:ext>
            </a:extLst>
          </p:cNvPr>
          <p:cNvSpPr>
            <a:spLocks noGrp="1"/>
          </p:cNvSpPr>
          <p:nvPr>
            <p:ph type="subTitle" idx="1"/>
          </p:nvPr>
        </p:nvSpPr>
        <p:spPr/>
        <p:txBody>
          <a:bodyPr/>
          <a:lstStyle/>
          <a:p>
            <a:r>
              <a:rPr lang="en-US" dirty="0"/>
              <a:t>Explainable AI with Visual analytics</a:t>
            </a:r>
            <a:endParaRPr lang="en-GB" dirty="0"/>
          </a:p>
        </p:txBody>
      </p:sp>
    </p:spTree>
    <p:extLst>
      <p:ext uri="{BB962C8B-B14F-4D97-AF65-F5344CB8AC3E}">
        <p14:creationId xmlns:p14="http://schemas.microsoft.com/office/powerpoint/2010/main" val="2995180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3130-DDAE-3DD7-F4C2-224AD119F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901C2-1DBD-325C-36E3-572B84A99C4D}"/>
              </a:ext>
            </a:extLst>
          </p:cNvPr>
          <p:cNvSpPr>
            <a:spLocks noGrp="1"/>
          </p:cNvSpPr>
          <p:nvPr>
            <p:ph type="title"/>
          </p:nvPr>
        </p:nvSpPr>
        <p:spPr/>
        <p:txBody>
          <a:bodyPr/>
          <a:lstStyle/>
          <a:p>
            <a:r>
              <a:rPr lang="en-US" dirty="0"/>
              <a:t>Neural Networks</a:t>
            </a:r>
            <a:endParaRPr lang="en-GB" dirty="0"/>
          </a:p>
        </p:txBody>
      </p:sp>
      <p:sp>
        <p:nvSpPr>
          <p:cNvPr id="3" name="Subtitle 2">
            <a:extLst>
              <a:ext uri="{FF2B5EF4-FFF2-40B4-BE49-F238E27FC236}">
                <a16:creationId xmlns:a16="http://schemas.microsoft.com/office/drawing/2014/main" id="{FCF7F3E0-1F6E-4990-7DEE-7C4CC1733D65}"/>
              </a:ext>
            </a:extLst>
          </p:cNvPr>
          <p:cNvSpPr>
            <a:spLocks noGrp="1"/>
          </p:cNvSpPr>
          <p:nvPr>
            <p:ph idx="1"/>
          </p:nvPr>
        </p:nvSpPr>
        <p:spPr/>
        <p:txBody>
          <a:bodyPr/>
          <a:lstStyle/>
          <a:p>
            <a:r>
              <a:rPr lang="en-US" dirty="0"/>
              <a:t>My studies on this progressed by comparing the popular classical models we have and ANN</a:t>
            </a:r>
          </a:p>
          <a:p>
            <a:r>
              <a:rPr lang="en-US" dirty="0"/>
              <a:t>This helped me understand that complexity does not mean better, as random forest showed better accuracy and is a more explainable model than ANN. How ever it is important to note that with some fine tuning and parameter optimization ANN’s accuracy can still be improved, though it will be computationally expensive.</a:t>
            </a:r>
          </a:p>
          <a:p>
            <a:r>
              <a:rPr lang="en-US" dirty="0"/>
              <a:t>Reproducibility (more explainable and trust worthy</a:t>
            </a:r>
          </a:p>
          <a:p>
            <a:r>
              <a:rPr lang="en-US" dirty="0"/>
              <a:t>Accuracy of decision Tree classifier is around 80%</a:t>
            </a:r>
          </a:p>
          <a:p>
            <a:r>
              <a:rPr lang="en-US" dirty="0"/>
              <a:t>Accuracy score for random forest is 87%</a:t>
            </a:r>
          </a:p>
          <a:p>
            <a:r>
              <a:rPr lang="en-US" dirty="0"/>
              <a:t>Accuracy score for ANN is 85%</a:t>
            </a:r>
          </a:p>
          <a:p>
            <a:endParaRPr lang="en-US" dirty="0"/>
          </a:p>
          <a:p>
            <a:endParaRPr lang="en-US" dirty="0"/>
          </a:p>
          <a:p>
            <a:pPr marL="0" indent="0">
              <a:buNone/>
            </a:pPr>
            <a:endParaRPr lang="en-GB" dirty="0"/>
          </a:p>
        </p:txBody>
      </p:sp>
    </p:spTree>
    <p:extLst>
      <p:ext uri="{BB962C8B-B14F-4D97-AF65-F5344CB8AC3E}">
        <p14:creationId xmlns:p14="http://schemas.microsoft.com/office/powerpoint/2010/main" val="203972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34A84-DCFF-B109-A3F0-8A3CAB7F2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1563B-1BDF-D7C0-48CA-57BA351C8210}"/>
              </a:ext>
            </a:extLst>
          </p:cNvPr>
          <p:cNvSpPr>
            <a:spLocks noGrp="1"/>
          </p:cNvSpPr>
          <p:nvPr>
            <p:ph type="title"/>
          </p:nvPr>
        </p:nvSpPr>
        <p:spPr/>
        <p:txBody>
          <a:bodyPr/>
          <a:lstStyle/>
          <a:p>
            <a:r>
              <a:rPr lang="en-US" dirty="0"/>
              <a:t>Neural Networks</a:t>
            </a:r>
            <a:endParaRPr lang="en-GB" dirty="0"/>
          </a:p>
        </p:txBody>
      </p:sp>
      <p:sp>
        <p:nvSpPr>
          <p:cNvPr id="3" name="Subtitle 2">
            <a:extLst>
              <a:ext uri="{FF2B5EF4-FFF2-40B4-BE49-F238E27FC236}">
                <a16:creationId xmlns:a16="http://schemas.microsoft.com/office/drawing/2014/main" id="{73A3584F-FFEA-7B44-94F8-83CCCEBCBE56}"/>
              </a:ext>
            </a:extLst>
          </p:cNvPr>
          <p:cNvSpPr>
            <a:spLocks noGrp="1"/>
          </p:cNvSpPr>
          <p:nvPr>
            <p:ph idx="1"/>
          </p:nvPr>
        </p:nvSpPr>
        <p:spPr/>
        <p:txBody>
          <a:bodyPr/>
          <a:lstStyle/>
          <a:p>
            <a:r>
              <a:rPr lang="en-US" dirty="0"/>
              <a:t>Augmentation of Data</a:t>
            </a:r>
          </a:p>
          <a:p>
            <a:r>
              <a:rPr lang="en-US" dirty="0"/>
              <a:t>CNN XRAY For Pneumonia detection in my neural network study (try Grad-CAM and CAM) to see how gradients are used to explain </a:t>
            </a:r>
          </a:p>
          <a:p>
            <a:r>
              <a:rPr lang="en-US" dirty="0"/>
              <a:t>Cost function, Activation function, weight, Gradient(Cost function vs Weight), Local minimum, Global minimum </a:t>
            </a:r>
          </a:p>
          <a:p>
            <a:r>
              <a:rPr lang="en-US" dirty="0"/>
              <a:t>Epochs, Iteration, Batch size</a:t>
            </a:r>
          </a:p>
        </p:txBody>
      </p:sp>
    </p:spTree>
    <p:extLst>
      <p:ext uri="{BB962C8B-B14F-4D97-AF65-F5344CB8AC3E}">
        <p14:creationId xmlns:p14="http://schemas.microsoft.com/office/powerpoint/2010/main" val="2729254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17CE-2BD1-25BF-A9B9-B8775C7C4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D1C05-D32A-822D-D176-B891C87E1768}"/>
              </a:ext>
            </a:extLst>
          </p:cNvPr>
          <p:cNvSpPr>
            <a:spLocks noGrp="1"/>
          </p:cNvSpPr>
          <p:nvPr>
            <p:ph type="title"/>
          </p:nvPr>
        </p:nvSpPr>
        <p:spPr/>
        <p:txBody>
          <a:bodyPr/>
          <a:lstStyle/>
          <a:p>
            <a:r>
              <a:rPr lang="en-US" dirty="0"/>
              <a:t>Transformers</a:t>
            </a:r>
            <a:endParaRPr lang="en-GB" dirty="0"/>
          </a:p>
        </p:txBody>
      </p:sp>
      <p:sp>
        <p:nvSpPr>
          <p:cNvPr id="3" name="Subtitle 2">
            <a:extLst>
              <a:ext uri="{FF2B5EF4-FFF2-40B4-BE49-F238E27FC236}">
                <a16:creationId xmlns:a16="http://schemas.microsoft.com/office/drawing/2014/main" id="{7143D7F9-1E1A-7724-944F-D13650BD27A9}"/>
              </a:ext>
            </a:extLst>
          </p:cNvPr>
          <p:cNvSpPr>
            <a:spLocks noGrp="1"/>
          </p:cNvSpPr>
          <p:nvPr>
            <p:ph idx="1"/>
          </p:nvPr>
        </p:nvSpPr>
        <p:spPr/>
        <p:txBody>
          <a:bodyPr/>
          <a:lstStyle/>
          <a:p>
            <a:r>
              <a:rPr lang="en-US" b="1" dirty="0"/>
              <a:t>Types of transformers and their architecture</a:t>
            </a:r>
          </a:p>
          <a:p>
            <a:r>
              <a:rPr lang="en-US" dirty="0"/>
              <a:t>Encoder only(Good for classification problem, text classification, sentiment analysis, sequence tagging)</a:t>
            </a:r>
          </a:p>
          <a:p>
            <a:r>
              <a:rPr lang="en-US" dirty="0"/>
              <a:t>Encoder-Decoder Transformer (Translation, summarization)</a:t>
            </a:r>
          </a:p>
          <a:p>
            <a:r>
              <a:rPr lang="en-US" dirty="0"/>
              <a:t>Decoder only (generates text, generating summary used in </a:t>
            </a:r>
            <a:r>
              <a:rPr lang="en-US" dirty="0" err="1"/>
              <a:t>Gpt</a:t>
            </a:r>
            <a:r>
              <a:rPr lang="en-US" dirty="0"/>
              <a:t> and Gemini)</a:t>
            </a:r>
          </a:p>
          <a:p>
            <a:endParaRPr lang="en-US" dirty="0"/>
          </a:p>
          <a:p>
            <a:r>
              <a:rPr lang="en-US" dirty="0"/>
              <a:t>Can perform all the tasks done by previous models( handle all types of data)</a:t>
            </a:r>
          </a:p>
          <a:p>
            <a:r>
              <a:rPr lang="en-US" dirty="0"/>
              <a:t>Performs sequence to sequence tasks with ease (</a:t>
            </a:r>
            <a:r>
              <a:rPr lang="en-US" dirty="0" err="1"/>
              <a:t>i</a:t>
            </a:r>
            <a:r>
              <a:rPr lang="en-US" dirty="0"/>
              <a:t>/p sequence, o/p sequence)</a:t>
            </a:r>
          </a:p>
          <a:p>
            <a:endParaRPr lang="en-US" dirty="0"/>
          </a:p>
        </p:txBody>
      </p:sp>
    </p:spTree>
    <p:extLst>
      <p:ext uri="{BB962C8B-B14F-4D97-AF65-F5344CB8AC3E}">
        <p14:creationId xmlns:p14="http://schemas.microsoft.com/office/powerpoint/2010/main" val="192204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AD56C-C3C8-47D2-D865-1928C6589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FD2A3-B1E3-6CD9-6AA4-E567A8FA205E}"/>
              </a:ext>
            </a:extLst>
          </p:cNvPr>
          <p:cNvSpPr>
            <a:spLocks noGrp="1"/>
          </p:cNvSpPr>
          <p:nvPr>
            <p:ph type="title"/>
          </p:nvPr>
        </p:nvSpPr>
        <p:spPr/>
        <p:txBody>
          <a:bodyPr/>
          <a:lstStyle/>
          <a:p>
            <a:r>
              <a:rPr lang="en-US" dirty="0"/>
              <a:t>Transformers</a:t>
            </a:r>
            <a:endParaRPr lang="en-GB" dirty="0"/>
          </a:p>
        </p:txBody>
      </p:sp>
      <p:sp>
        <p:nvSpPr>
          <p:cNvPr id="3" name="Subtitle 2">
            <a:extLst>
              <a:ext uri="{FF2B5EF4-FFF2-40B4-BE49-F238E27FC236}">
                <a16:creationId xmlns:a16="http://schemas.microsoft.com/office/drawing/2014/main" id="{C5D04AAD-C7C2-27B2-8910-384363EFDE5E}"/>
              </a:ext>
            </a:extLst>
          </p:cNvPr>
          <p:cNvSpPr>
            <a:spLocks noGrp="1"/>
          </p:cNvSpPr>
          <p:nvPr>
            <p:ph idx="1"/>
          </p:nvPr>
        </p:nvSpPr>
        <p:spPr/>
        <p:txBody>
          <a:bodyPr/>
          <a:lstStyle/>
          <a:p>
            <a:r>
              <a:rPr lang="en-US" dirty="0"/>
              <a:t>2014 Sequence to sequence NN- </a:t>
            </a:r>
            <a:r>
              <a:rPr lang="en-US" dirty="0" err="1"/>
              <a:t>Iiya</a:t>
            </a:r>
            <a:r>
              <a:rPr lang="en-US" dirty="0"/>
              <a:t> </a:t>
            </a:r>
            <a:r>
              <a:rPr lang="en-US" dirty="0" err="1"/>
              <a:t>sutskovw</a:t>
            </a:r>
            <a:endParaRPr lang="en-US" dirty="0"/>
          </a:p>
          <a:p>
            <a:r>
              <a:rPr lang="en-US" dirty="0"/>
              <a:t>Neural Machine Translation by Jointly learning to align &amp; Translate- </a:t>
            </a:r>
            <a:r>
              <a:rPr lang="en-US" dirty="0" err="1"/>
              <a:t>Dzimtry</a:t>
            </a:r>
            <a:r>
              <a:rPr lang="en-US" dirty="0"/>
              <a:t> </a:t>
            </a:r>
            <a:r>
              <a:rPr lang="en-US" dirty="0" err="1"/>
              <a:t>Bandanau</a:t>
            </a:r>
            <a:endParaRPr lang="en-US" dirty="0"/>
          </a:p>
          <a:p>
            <a:r>
              <a:rPr lang="en-US" dirty="0"/>
              <a:t>2017 “Attention is all you need”- Google brain</a:t>
            </a:r>
          </a:p>
          <a:p>
            <a:r>
              <a:rPr lang="en-US" dirty="0"/>
              <a:t>Using force directed graphs or Gradient based method to generate heatmaps to explain decoder only architecture(GPT)- better understanding of GEN AI</a:t>
            </a:r>
          </a:p>
          <a:p>
            <a:pPr marL="0" indent="0">
              <a:buNone/>
            </a:pPr>
            <a:endParaRPr lang="en-US" dirty="0"/>
          </a:p>
        </p:txBody>
      </p:sp>
    </p:spTree>
    <p:extLst>
      <p:ext uri="{BB962C8B-B14F-4D97-AF65-F5344CB8AC3E}">
        <p14:creationId xmlns:p14="http://schemas.microsoft.com/office/powerpoint/2010/main" val="3407738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70D3A-5D96-556A-F8D6-31C6476D8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D448C-3BD0-0956-2795-CAD3EF314E6F}"/>
              </a:ext>
            </a:extLst>
          </p:cNvPr>
          <p:cNvSpPr>
            <a:spLocks noGrp="1"/>
          </p:cNvSpPr>
          <p:nvPr>
            <p:ph type="title"/>
          </p:nvPr>
        </p:nvSpPr>
        <p:spPr/>
        <p:txBody>
          <a:bodyPr/>
          <a:lstStyle/>
          <a:p>
            <a:r>
              <a:rPr lang="en-US" dirty="0"/>
              <a:t>Where my research is headed NOW</a:t>
            </a:r>
            <a:endParaRPr lang="en-GB" dirty="0"/>
          </a:p>
        </p:txBody>
      </p:sp>
      <p:sp>
        <p:nvSpPr>
          <p:cNvPr id="3" name="Subtitle 2">
            <a:extLst>
              <a:ext uri="{FF2B5EF4-FFF2-40B4-BE49-F238E27FC236}">
                <a16:creationId xmlns:a16="http://schemas.microsoft.com/office/drawing/2014/main" id="{379250F2-2B9C-A8B7-ADC3-725D90716FB2}"/>
              </a:ext>
            </a:extLst>
          </p:cNvPr>
          <p:cNvSpPr>
            <a:spLocks noGrp="1"/>
          </p:cNvSpPr>
          <p:nvPr>
            <p:ph idx="1"/>
          </p:nvPr>
        </p:nvSpPr>
        <p:spPr/>
        <p:txBody>
          <a:bodyPr/>
          <a:lstStyle/>
          <a:p>
            <a:endParaRPr lang="en-US" dirty="0"/>
          </a:p>
          <a:p>
            <a:r>
              <a:rPr lang="en-US" dirty="0"/>
              <a:t>CNN with GRAD-CAM to understand the use of heatmaps for explainability</a:t>
            </a:r>
          </a:p>
          <a:p>
            <a:r>
              <a:rPr lang="en-US" dirty="0"/>
              <a:t>Learn transformers, focusing on Decoder only transformer(GPT)</a:t>
            </a:r>
          </a:p>
          <a:p>
            <a:r>
              <a:rPr lang="en-US" dirty="0"/>
              <a:t>Learn D3 for visualization on YouTube</a:t>
            </a:r>
          </a:p>
          <a:p>
            <a:r>
              <a:rPr lang="en-US" dirty="0"/>
              <a:t>Identify some model agnostic gradient-based methods that could be suitable for decoder only transformer</a:t>
            </a:r>
          </a:p>
          <a:p>
            <a:r>
              <a:rPr lang="en-US" dirty="0"/>
              <a:t>Study research papers on transformers</a:t>
            </a:r>
          </a:p>
        </p:txBody>
      </p:sp>
    </p:spTree>
    <p:extLst>
      <p:ext uri="{BB962C8B-B14F-4D97-AF65-F5344CB8AC3E}">
        <p14:creationId xmlns:p14="http://schemas.microsoft.com/office/powerpoint/2010/main" val="263011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0A30-2C32-CD0A-AF1D-024E2AB17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7EDBE-53F4-EB78-4FE2-3FFBCA67617F}"/>
              </a:ext>
            </a:extLst>
          </p:cNvPr>
          <p:cNvSpPr>
            <a:spLocks noGrp="1"/>
          </p:cNvSpPr>
          <p:nvPr>
            <p:ph type="title"/>
          </p:nvPr>
        </p:nvSpPr>
        <p:spPr/>
        <p:txBody>
          <a:bodyPr/>
          <a:lstStyle/>
          <a:p>
            <a:r>
              <a:rPr lang="en-US" dirty="0"/>
              <a:t>Feedback and Plans going forward from  our meeting</a:t>
            </a:r>
            <a:endParaRPr lang="en-GB" dirty="0"/>
          </a:p>
        </p:txBody>
      </p:sp>
      <p:sp>
        <p:nvSpPr>
          <p:cNvPr id="3" name="Subtitle 2">
            <a:extLst>
              <a:ext uri="{FF2B5EF4-FFF2-40B4-BE49-F238E27FC236}">
                <a16:creationId xmlns:a16="http://schemas.microsoft.com/office/drawing/2014/main" id="{181760D2-E6A9-9D91-4900-E483DD96CB12}"/>
              </a:ext>
            </a:extLst>
          </p:cNvPr>
          <p:cNvSpPr>
            <a:spLocks noGrp="1"/>
          </p:cNvSpPr>
          <p:nvPr>
            <p:ph idx="1"/>
          </p:nvPr>
        </p:nvSpPr>
        <p:spPr/>
        <p:txBody>
          <a:bodyPr>
            <a:normAutofit fontScale="92500" lnSpcReduction="10000"/>
          </a:bodyPr>
          <a:lstStyle/>
          <a:p>
            <a:pPr marL="0" indent="0">
              <a:buNone/>
            </a:pPr>
            <a:endParaRPr lang="en-US" dirty="0"/>
          </a:p>
          <a:p>
            <a:r>
              <a:rPr lang="en-US" dirty="0"/>
              <a:t>Have a goal of reading a paper a day, so at each meeting we can discuss on 3-4 papers studied</a:t>
            </a:r>
          </a:p>
          <a:p>
            <a:endParaRPr lang="en-US" dirty="0"/>
          </a:p>
          <a:p>
            <a:r>
              <a:rPr lang="en-US" dirty="0"/>
              <a:t>Focus more on the visualization aspect and less on models</a:t>
            </a:r>
          </a:p>
          <a:p>
            <a:endParaRPr lang="en-US" dirty="0"/>
          </a:p>
          <a:p>
            <a:r>
              <a:rPr lang="en-US" dirty="0"/>
              <a:t>Read more papers starting from basic models to more complex models</a:t>
            </a:r>
          </a:p>
          <a:p>
            <a:endParaRPr lang="en-US" dirty="0"/>
          </a:p>
          <a:p>
            <a:r>
              <a:rPr lang="en-US" dirty="0"/>
              <a:t>Try identify the prominent authors in the field</a:t>
            </a:r>
          </a:p>
          <a:p>
            <a:endParaRPr lang="en-US" dirty="0"/>
          </a:p>
          <a:p>
            <a:r>
              <a:rPr lang="en-US" dirty="0"/>
              <a:t>From the understanding of the papers and visualization methods, try to develop a framework, using your scientific mind</a:t>
            </a:r>
          </a:p>
          <a:p>
            <a:endParaRPr lang="en-US" dirty="0"/>
          </a:p>
        </p:txBody>
      </p:sp>
    </p:spTree>
    <p:extLst>
      <p:ext uri="{BB962C8B-B14F-4D97-AF65-F5344CB8AC3E}">
        <p14:creationId xmlns:p14="http://schemas.microsoft.com/office/powerpoint/2010/main" val="412315691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1374</TotalTime>
  <Words>430</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Gill Sans MT</vt:lpstr>
      <vt:lpstr>Wingdings 2</vt:lpstr>
      <vt:lpstr>Dividend</vt:lpstr>
      <vt:lpstr>PHD Progression 2</vt:lpstr>
      <vt:lpstr>Neural Networks</vt:lpstr>
      <vt:lpstr>Neural Networks</vt:lpstr>
      <vt:lpstr>Transformers</vt:lpstr>
      <vt:lpstr>Transformers</vt:lpstr>
      <vt:lpstr>Where my research is headed NOW</vt:lpstr>
      <vt:lpstr>Feedback and Plans going forward from  our meeting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Emmanuel Olanrewaju</cp:lastModifiedBy>
  <cp:revision>11</cp:revision>
  <dcterms:created xsi:type="dcterms:W3CDTF">2025-11-20T14:51:56Z</dcterms:created>
  <dcterms:modified xsi:type="dcterms:W3CDTF">2025-11-21T13:46:54Z</dcterms:modified>
</cp:coreProperties>
</file>