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3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0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66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90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52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05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70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77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24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52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84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0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B698BF8-004E-4D82-A2C5-966C6FB2492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9A68E41-4D18-4305-B394-BC78AF0E2CA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67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anre9799/LLMfromscratch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9D37-0BCC-D0F5-C94A-8B53EF295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PHD Progression 8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57ABD-288E-68AA-5495-460CD6F707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Explainable AI with Visual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36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A49A-1E1A-2C8C-B0B4-B01EE44F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517CE-9035-99A4-71D2-877BD31B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LARGE LANGUAGE MODEL(FROM Scratch) - </a:t>
            </a:r>
            <a:r>
              <a:rPr lang="en-US" dirty="0" err="1"/>
              <a:t>sebastian</a:t>
            </a:r>
            <a:r>
              <a:rPr lang="en-US" dirty="0"/>
              <a:t> </a:t>
            </a:r>
            <a:r>
              <a:rPr lang="en-US" dirty="0" err="1"/>
              <a:t>raschka</a:t>
            </a:r>
            <a:endParaRPr lang="en-US" dirty="0"/>
          </a:p>
          <a:p>
            <a:r>
              <a:rPr lang="en-GB" dirty="0" err="1"/>
              <a:t>Vizuara</a:t>
            </a:r>
            <a:r>
              <a:rPr lang="en-GB" dirty="0"/>
              <a:t>(</a:t>
            </a:r>
            <a:r>
              <a:rPr lang="en-GB" dirty="0" err="1"/>
              <a:t>Youtube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924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3DC1-95F5-E591-77FD-13C45315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2806-6B2F-03ED-D4DE-1F9FE7A7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D415-95F5-E15D-0288-5B92564B9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Attention is all you need by google brains</a:t>
            </a:r>
          </a:p>
          <a:p>
            <a:r>
              <a:rPr lang="en-US" dirty="0"/>
              <a:t>Image of a simplified transformer</a:t>
            </a:r>
          </a:p>
          <a:p>
            <a:r>
              <a:rPr lang="en-US" dirty="0"/>
              <a:t>creating an LLM = pretraining + Finetuning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333D0-61CD-167C-AF9E-9386228F8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767" y="2057497"/>
            <a:ext cx="6659033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3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76FEA-491A-856B-4BD0-497E0B41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41A8-4BAF-0355-0E2A-EAB60A2D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35A5-25EE-696C-0B24-38746568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BERT: Bidirectional encoder representations from transformers. Encoder only architecture, It works by predicting hidden words. Due to bidirectionality it’s suitable for sentiment analysis</a:t>
            </a:r>
          </a:p>
          <a:p>
            <a:endParaRPr lang="en-US" dirty="0"/>
          </a:p>
          <a:p>
            <a:r>
              <a:rPr lang="en-US" dirty="0"/>
              <a:t>GPT: Generative pretrained Transformers. Decoder only architecture, it works by predicting the next word</a:t>
            </a:r>
          </a:p>
          <a:p>
            <a:endParaRPr lang="en-US" dirty="0"/>
          </a:p>
          <a:p>
            <a:r>
              <a:rPr lang="en-US" dirty="0"/>
              <a:t>GPT-3 175 Billion parameters</a:t>
            </a:r>
          </a:p>
          <a:p>
            <a:endParaRPr lang="en-US" dirty="0"/>
          </a:p>
          <a:p>
            <a:r>
              <a:rPr lang="en-US" dirty="0"/>
              <a:t>GPT,GPT-2, GPT-3, GPT-4 all these models are pretrained versions built for predicting the next word, due to large corpus develop </a:t>
            </a:r>
            <a:r>
              <a:rPr lang="en-US" b="1" dirty="0"/>
              <a:t>emergent behavior.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4628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D008-867B-4429-DE50-9D5F6B4E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47B0-41A0-8EA3-1E4D-E9619156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4492E0-F7E6-C521-0A61-76B9ADBB2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787" y="2181225"/>
            <a:ext cx="8294426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2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5772-20AB-F814-F66A-90B637F2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B62E-3315-862C-2DC3-647AC566F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21153-BBD8-F073-F918-B67208BD1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293740" cy="3678303"/>
          </a:xfrm>
        </p:spPr>
        <p:txBody>
          <a:bodyPr/>
          <a:lstStyle/>
          <a:p>
            <a:r>
              <a:rPr lang="en-US" dirty="0"/>
              <a:t>Tokenization of words</a:t>
            </a:r>
          </a:p>
          <a:p>
            <a:r>
              <a:rPr lang="en-US" dirty="0"/>
              <a:t>Token: A unit of a text which the model reads </a:t>
            </a:r>
          </a:p>
          <a:p>
            <a:r>
              <a:rPr lang="en-US" dirty="0"/>
              <a:t>Word based token: very large vocabulary required, out of vocabulary words problem</a:t>
            </a:r>
          </a:p>
          <a:p>
            <a:r>
              <a:rPr lang="en-US" dirty="0"/>
              <a:t>Character based token: few vocabulary, Words lose their meaning, token sequence is longer than raw text</a:t>
            </a:r>
          </a:p>
          <a:p>
            <a:r>
              <a:rPr lang="en-US" dirty="0"/>
              <a:t>Sub-word-based token: few vocabulary, solves both issues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1E599D-D2A6-DD52-E656-DB8C96463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58533"/>
            <a:ext cx="5338762" cy="306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1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FC03F-2699-956E-75DC-1BE7D60C8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7D5E-D319-A890-245D-CD677840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63DBF-C680-564D-7B7E-2F592814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607941" cy="367830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Vocabulary: list of unique tokens sorted in alphabetical order</a:t>
            </a:r>
          </a:p>
          <a:p>
            <a:endParaRPr lang="en-US" dirty="0"/>
          </a:p>
          <a:p>
            <a:r>
              <a:rPr lang="en-US" dirty="0"/>
              <a:t>Sub-word-based tokenization is used for GPT </a:t>
            </a:r>
            <a:r>
              <a:rPr lang="en-US" dirty="0" err="1"/>
              <a:t>e.g</a:t>
            </a:r>
            <a:r>
              <a:rPr lang="en-US" dirty="0"/>
              <a:t> byte pair encoding</a:t>
            </a:r>
          </a:p>
          <a:p>
            <a:endParaRPr lang="en-US" dirty="0"/>
          </a:p>
          <a:p>
            <a:r>
              <a:rPr lang="en-US" dirty="0"/>
              <a:t>BPE algorithm: most common pair of consecutive bytes of data is replaced with a byte that does not occur in the data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A0F776-56C8-A65C-3809-2D40FE033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40" y="2519163"/>
            <a:ext cx="524086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04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F70F2-39F2-3689-E874-FCDC5A59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4A50-96A7-E427-3BD1-BE9C3768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E65C9-CB39-3CB4-90F6-3A313027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607941" cy="367830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Creating Input-Target pairs</a:t>
            </a:r>
          </a:p>
          <a:p>
            <a:r>
              <a:rPr lang="en-US" dirty="0"/>
              <a:t>Self supervised learning or Autoregressive</a:t>
            </a:r>
          </a:p>
          <a:p>
            <a:r>
              <a:rPr lang="en-US" dirty="0"/>
              <a:t>X:[1,2,3,4]</a:t>
            </a:r>
          </a:p>
          <a:p>
            <a:r>
              <a:rPr lang="en-US" dirty="0"/>
              <a:t>Y:[2,3,4,5]</a:t>
            </a:r>
          </a:p>
          <a:p>
            <a:r>
              <a:rPr lang="en-US" dirty="0"/>
              <a:t>Y=X+1</a:t>
            </a:r>
          </a:p>
          <a:p>
            <a:r>
              <a:rPr lang="en-US" dirty="0"/>
              <a:t>Create a data loader to do this Y=X+1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EC2A5-3E57-BD7A-A642-2BE32DDF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2180496"/>
            <a:ext cx="585186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38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6DD6-C51E-0D49-EAF8-AF3BFDE0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464E-F9BF-27CC-1AFC-3A34954F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65FFC-0F5B-D230-4B7F-B5BB792C8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607941" cy="367830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To retain semantic meanings between tokens we need vector embedding</a:t>
            </a:r>
          </a:p>
          <a:p>
            <a:r>
              <a:rPr lang="en-US" dirty="0"/>
              <a:t>We then create a Token embedding</a:t>
            </a:r>
          </a:p>
          <a:p>
            <a:r>
              <a:rPr lang="en-US" dirty="0"/>
              <a:t>Word2vec example</a:t>
            </a:r>
          </a:p>
          <a:p>
            <a:r>
              <a:rPr lang="en-US" dirty="0"/>
              <a:t>Embedding weights are initialize randomly and later optimized during training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BC66F-D624-33DA-6578-C6024C95C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367" y="1818265"/>
            <a:ext cx="5334000" cy="2540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945BEF-C01A-57A8-F6F1-880373656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271" y="3877732"/>
            <a:ext cx="5428192" cy="288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8A915-76BC-4CA0-BFB0-C9332E66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DD2D-FAA3-18C2-532F-FBD34317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B8282-0BB1-2E72-FD7E-EAE6AB37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367830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Positional embedding</a:t>
            </a:r>
          </a:p>
          <a:p>
            <a:r>
              <a:rPr lang="en-US" dirty="0"/>
              <a:t>The same </a:t>
            </a:r>
            <a:r>
              <a:rPr lang="en-US" dirty="0" err="1"/>
              <a:t>tokenID</a:t>
            </a:r>
            <a:r>
              <a:rPr lang="en-US" dirty="0"/>
              <a:t> gets mapped to the same vector representation, regardless of its position in the input sequence</a:t>
            </a:r>
          </a:p>
          <a:p>
            <a:pPr marL="0" indent="0" algn="ctr">
              <a:buNone/>
            </a:pPr>
            <a:r>
              <a:rPr lang="en-US" dirty="0"/>
              <a:t>The </a:t>
            </a:r>
            <a:r>
              <a:rPr lang="en-US" b="1" dirty="0"/>
              <a:t>cat</a:t>
            </a:r>
            <a:r>
              <a:rPr lang="en-US" dirty="0"/>
              <a:t> sat on the mat</a:t>
            </a:r>
          </a:p>
          <a:p>
            <a:pPr marL="0" indent="0" algn="ctr">
              <a:buNone/>
            </a:pPr>
            <a:r>
              <a:rPr lang="en-US" dirty="0"/>
              <a:t>On the mat the </a:t>
            </a:r>
            <a:r>
              <a:rPr lang="en-US" b="1" dirty="0"/>
              <a:t>cat</a:t>
            </a:r>
            <a:r>
              <a:rPr lang="en-US" dirty="0"/>
              <a:t> sat</a:t>
            </a:r>
          </a:p>
          <a:p>
            <a:r>
              <a:rPr lang="en-US" dirty="0"/>
              <a:t>Additional information on its position is needed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64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9BD4-0AC4-5315-5A19-83E6FD8A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FC46-0799-BEF4-6FC7-6B1691CD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BF2D8-4F41-6397-7116-59660F397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9734"/>
            <a:ext cx="4998341" cy="383526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There are two types of positional embeddings</a:t>
            </a:r>
          </a:p>
          <a:p>
            <a:r>
              <a:rPr lang="en-US" dirty="0"/>
              <a:t>Absolute: Unique embedding is added to the token’s embedding to convey it’s position</a:t>
            </a:r>
          </a:p>
          <a:p>
            <a:r>
              <a:rPr lang="en-US" dirty="0"/>
              <a:t>Relative: emphasis is placed on the relative position or distance between tokens</a:t>
            </a:r>
          </a:p>
          <a:p>
            <a:endParaRPr lang="en-US" dirty="0"/>
          </a:p>
          <a:p>
            <a:r>
              <a:rPr lang="en-US" dirty="0"/>
              <a:t>Input embedding = token embedding + position embedding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60CA3-1EF8-00E2-CDE9-E1281812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076" y="1879005"/>
            <a:ext cx="5590581" cy="2341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4CCF-D913-B349-D301-67C117E02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533" y="4155018"/>
            <a:ext cx="5269275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5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201F-CC0A-16F0-E1C9-1FD89741D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069E-98A1-0BF4-570E-DC02BCD7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LLMs From scratch: Data preprocessing and sampling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C6C25-BBBB-1991-60C8-5CC8529B6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9733"/>
            <a:ext cx="11238275" cy="43095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positional embedding is suitable when fixed order of tokens is crucial, such as sequence generation( GPT, and initial transformer)</a:t>
            </a:r>
          </a:p>
          <a:p>
            <a:endParaRPr lang="en-US" dirty="0"/>
          </a:p>
          <a:p>
            <a:r>
              <a:rPr lang="en-US" dirty="0"/>
              <a:t>Relative positional embedding is suitable for tasks like language modelling over long sequences, where the same phrase can appear indifferent part of the sequence.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https://github.com/Lanre9799/LLMfromscratch.git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75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5C8-954E-A556-E51B-F01EFAA4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3CF8-B15F-F9B7-4C53-D00BD610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Supervisors feedback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A6A56-6C3E-C82E-DE5B-94F928132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9733"/>
            <a:ext cx="11238275" cy="430953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Feedback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71986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507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 2</vt:lpstr>
      <vt:lpstr>Dividend</vt:lpstr>
      <vt:lpstr>PHD Progression 8</vt:lpstr>
      <vt:lpstr>Building LLMs From scratch</vt:lpstr>
      <vt:lpstr>Building LLMs From scratch</vt:lpstr>
      <vt:lpstr>Building LLMs From scratch</vt:lpstr>
      <vt:lpstr>Building LLMs From scratch</vt:lpstr>
      <vt:lpstr>Building LLMs From scratch: Data preprocessing and sampling</vt:lpstr>
      <vt:lpstr>Building LLMs From scratch: Data preprocessing and sampling</vt:lpstr>
      <vt:lpstr>Building LLMs From scratch: Data preprocessing and sampling</vt:lpstr>
      <vt:lpstr>Building LLMs From scratch: Data preprocessing and sampling</vt:lpstr>
      <vt:lpstr>Building LLMs From scratch: Data preprocessing and sampling</vt:lpstr>
      <vt:lpstr>Building LLMs From scratch: Data preprocessing and sampling</vt:lpstr>
      <vt:lpstr>Building LLMs From scratch: Data preprocessing and sampling</vt:lpstr>
      <vt:lpstr>Supervisors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Olanrewaju</dc:creator>
  <cp:lastModifiedBy>Emmanuel Olanrewaju</cp:lastModifiedBy>
  <cp:revision>3</cp:revision>
  <dcterms:created xsi:type="dcterms:W3CDTF">2026-01-15T22:35:44Z</dcterms:created>
  <dcterms:modified xsi:type="dcterms:W3CDTF">2026-01-16T00:13:49Z</dcterms:modified>
</cp:coreProperties>
</file>