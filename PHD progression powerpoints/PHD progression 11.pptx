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2" r:id="rId3"/>
    <p:sldId id="257" r:id="rId4"/>
    <p:sldId id="258" r:id="rId5"/>
    <p:sldId id="259" r:id="rId6"/>
    <p:sldId id="260" r:id="rId7"/>
    <p:sldId id="261" r:id="rId8"/>
    <p:sldId id="264" r:id="rId9"/>
    <p:sldId id="265" r:id="rId10"/>
    <p:sldId id="266" r:id="rId11"/>
    <p:sldId id="268"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CC5E90-D075-49AB-8B4D-78A59585892D}" v="43" dt="2026-02-17T12:50:25.7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61"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anrewaju, Emmanuel (Student)" userId="856d88a3-a0f5-4502-a208-88adfba07448" providerId="ADAL" clId="{D34ADB89-9553-4F7A-AB9F-7E09DCC0A1DE}"/>
    <pc:docChg chg="undo custSel addSld delSld modSld">
      <pc:chgData name="Olanrewaju, Emmanuel (Student)" userId="856d88a3-a0f5-4502-a208-88adfba07448" providerId="ADAL" clId="{D34ADB89-9553-4F7A-AB9F-7E09DCC0A1DE}" dt="2026-02-17T14:04:18.943" v="1274" actId="5793"/>
      <pc:docMkLst>
        <pc:docMk/>
      </pc:docMkLst>
      <pc:sldChg chg="modSp mod">
        <pc:chgData name="Olanrewaju, Emmanuel (Student)" userId="856d88a3-a0f5-4502-a208-88adfba07448" providerId="ADAL" clId="{D34ADB89-9553-4F7A-AB9F-7E09DCC0A1DE}" dt="2026-02-17T11:22:42.341" v="1151" actId="20577"/>
        <pc:sldMkLst>
          <pc:docMk/>
          <pc:sldMk cId="3509010102" sldId="260"/>
        </pc:sldMkLst>
        <pc:spChg chg="mod">
          <ac:chgData name="Olanrewaju, Emmanuel (Student)" userId="856d88a3-a0f5-4502-a208-88adfba07448" providerId="ADAL" clId="{D34ADB89-9553-4F7A-AB9F-7E09DCC0A1DE}" dt="2026-02-17T11:22:42.341" v="1151" actId="20577"/>
          <ac:spMkLst>
            <pc:docMk/>
            <pc:sldMk cId="3509010102" sldId="260"/>
            <ac:spMk id="5" creationId="{7E5AE85D-1187-C61D-7C03-5C15E466D07B}"/>
          </ac:spMkLst>
        </pc:spChg>
      </pc:sldChg>
      <pc:sldChg chg="del">
        <pc:chgData name="Olanrewaju, Emmanuel (Student)" userId="856d88a3-a0f5-4502-a208-88adfba07448" providerId="ADAL" clId="{D34ADB89-9553-4F7A-AB9F-7E09DCC0A1DE}" dt="2026-02-17T11:21:28.552" v="1109" actId="2696"/>
        <pc:sldMkLst>
          <pc:docMk/>
          <pc:sldMk cId="1222421036" sldId="263"/>
        </pc:sldMkLst>
      </pc:sldChg>
      <pc:sldChg chg="addSp delSp modSp mod">
        <pc:chgData name="Olanrewaju, Emmanuel (Student)" userId="856d88a3-a0f5-4502-a208-88adfba07448" providerId="ADAL" clId="{D34ADB89-9553-4F7A-AB9F-7E09DCC0A1DE}" dt="2026-02-17T12:51:17.421" v="1186" actId="14100"/>
        <pc:sldMkLst>
          <pc:docMk/>
          <pc:sldMk cId="2470762795" sldId="274"/>
        </pc:sldMkLst>
        <pc:spChg chg="mod">
          <ac:chgData name="Olanrewaju, Emmanuel (Student)" userId="856d88a3-a0f5-4502-a208-88adfba07448" providerId="ADAL" clId="{D34ADB89-9553-4F7A-AB9F-7E09DCC0A1DE}" dt="2026-02-17T12:47:50.109" v="1161" actId="26606"/>
          <ac:spMkLst>
            <pc:docMk/>
            <pc:sldMk cId="2470762795" sldId="274"/>
            <ac:spMk id="2" creationId="{D0F8B739-C90B-CE31-E72B-09B1A2BD4147}"/>
          </ac:spMkLst>
        </pc:spChg>
        <pc:spChg chg="mod">
          <ac:chgData name="Olanrewaju, Emmanuel (Student)" userId="856d88a3-a0f5-4502-a208-88adfba07448" providerId="ADAL" clId="{D34ADB89-9553-4F7A-AB9F-7E09DCC0A1DE}" dt="2026-02-17T12:47:50.109" v="1161" actId="26606"/>
          <ac:spMkLst>
            <pc:docMk/>
            <pc:sldMk cId="2470762795" sldId="274"/>
            <ac:spMk id="7" creationId="{BEA8BC5C-60F6-7C73-DECF-79DFDC72F97E}"/>
          </ac:spMkLst>
        </pc:spChg>
        <pc:spChg chg="del">
          <ac:chgData name="Olanrewaju, Emmanuel (Student)" userId="856d88a3-a0f5-4502-a208-88adfba07448" providerId="ADAL" clId="{D34ADB89-9553-4F7A-AB9F-7E09DCC0A1DE}" dt="2026-02-17T12:47:50.109" v="1161" actId="26606"/>
          <ac:spMkLst>
            <pc:docMk/>
            <pc:sldMk cId="2470762795" sldId="274"/>
            <ac:spMk id="19" creationId="{56981798-4550-46DA-9172-4846E2FB66EC}"/>
          </ac:spMkLst>
        </pc:spChg>
        <pc:spChg chg="del">
          <ac:chgData name="Olanrewaju, Emmanuel (Student)" userId="856d88a3-a0f5-4502-a208-88adfba07448" providerId="ADAL" clId="{D34ADB89-9553-4F7A-AB9F-7E09DCC0A1DE}" dt="2026-02-17T12:47:50.109" v="1161" actId="26606"/>
          <ac:spMkLst>
            <pc:docMk/>
            <pc:sldMk cId="2470762795" sldId="274"/>
            <ac:spMk id="21" creationId="{2D529E20-662F-4915-ACD7-970C026FDB7F}"/>
          </ac:spMkLst>
        </pc:spChg>
        <pc:picChg chg="add mod">
          <ac:chgData name="Olanrewaju, Emmanuel (Student)" userId="856d88a3-a0f5-4502-a208-88adfba07448" providerId="ADAL" clId="{D34ADB89-9553-4F7A-AB9F-7E09DCC0A1DE}" dt="2026-02-17T12:51:17.421" v="1186" actId="14100"/>
          <ac:picMkLst>
            <pc:docMk/>
            <pc:sldMk cId="2470762795" sldId="274"/>
            <ac:picMk id="3" creationId="{DE8584E9-D82C-9778-D0D8-FC04C6147468}"/>
          </ac:picMkLst>
        </pc:picChg>
        <pc:picChg chg="add mod">
          <ac:chgData name="Olanrewaju, Emmanuel (Student)" userId="856d88a3-a0f5-4502-a208-88adfba07448" providerId="ADAL" clId="{D34ADB89-9553-4F7A-AB9F-7E09DCC0A1DE}" dt="2026-02-17T12:51:09.958" v="1185" actId="14100"/>
          <ac:picMkLst>
            <pc:docMk/>
            <pc:sldMk cId="2470762795" sldId="274"/>
            <ac:picMk id="4" creationId="{07BDB244-36D5-3CFC-BF5B-23531A53EF7B}"/>
          </ac:picMkLst>
        </pc:picChg>
        <pc:picChg chg="del mod">
          <ac:chgData name="Olanrewaju, Emmanuel (Student)" userId="856d88a3-a0f5-4502-a208-88adfba07448" providerId="ADAL" clId="{D34ADB89-9553-4F7A-AB9F-7E09DCC0A1DE}" dt="2026-02-17T12:50:17.878" v="1174" actId="478"/>
          <ac:picMkLst>
            <pc:docMk/>
            <pc:sldMk cId="2470762795" sldId="274"/>
            <ac:picMk id="5" creationId="{C03B4E1E-51F3-E073-334F-F4557F3A2058}"/>
          </ac:picMkLst>
        </pc:picChg>
        <pc:picChg chg="del mod ord">
          <ac:chgData name="Olanrewaju, Emmanuel (Student)" userId="856d88a3-a0f5-4502-a208-88adfba07448" providerId="ADAL" clId="{D34ADB89-9553-4F7A-AB9F-7E09DCC0A1DE}" dt="2026-02-17T12:50:05.078" v="1171" actId="478"/>
          <ac:picMkLst>
            <pc:docMk/>
            <pc:sldMk cId="2470762795" sldId="274"/>
            <ac:picMk id="8" creationId="{86976D06-97A6-286D-18AD-D8914082B16B}"/>
          </ac:picMkLst>
        </pc:picChg>
      </pc:sldChg>
      <pc:sldChg chg="modSp mod setBg">
        <pc:chgData name="Olanrewaju, Emmanuel (Student)" userId="856d88a3-a0f5-4502-a208-88adfba07448" providerId="ADAL" clId="{D34ADB89-9553-4F7A-AB9F-7E09DCC0A1DE}" dt="2026-02-16T23:26:44.144" v="13" actId="14100"/>
        <pc:sldMkLst>
          <pc:docMk/>
          <pc:sldMk cId="1893195123" sldId="285"/>
        </pc:sldMkLst>
        <pc:spChg chg="mod">
          <ac:chgData name="Olanrewaju, Emmanuel (Student)" userId="856d88a3-a0f5-4502-a208-88adfba07448" providerId="ADAL" clId="{D34ADB89-9553-4F7A-AB9F-7E09DCC0A1DE}" dt="2026-02-16T23:26:23.854" v="9" actId="26606"/>
          <ac:spMkLst>
            <pc:docMk/>
            <pc:sldMk cId="1893195123" sldId="285"/>
            <ac:spMk id="2" creationId="{FFB2E839-29E6-BDA4-B24B-D7816E813CA5}"/>
          </ac:spMkLst>
        </pc:spChg>
        <pc:spChg chg="mod">
          <ac:chgData name="Olanrewaju, Emmanuel (Student)" userId="856d88a3-a0f5-4502-a208-88adfba07448" providerId="ADAL" clId="{D34ADB89-9553-4F7A-AB9F-7E09DCC0A1DE}" dt="2026-02-16T23:26:23.854" v="9" actId="26606"/>
          <ac:spMkLst>
            <pc:docMk/>
            <pc:sldMk cId="1893195123" sldId="285"/>
            <ac:spMk id="3" creationId="{ED8A1B5F-5167-152E-C6DC-415916EBC740}"/>
          </ac:spMkLst>
        </pc:spChg>
        <pc:picChg chg="mod">
          <ac:chgData name="Olanrewaju, Emmanuel (Student)" userId="856d88a3-a0f5-4502-a208-88adfba07448" providerId="ADAL" clId="{D34ADB89-9553-4F7A-AB9F-7E09DCC0A1DE}" dt="2026-02-16T23:26:44.144" v="13" actId="14100"/>
          <ac:picMkLst>
            <pc:docMk/>
            <pc:sldMk cId="1893195123" sldId="285"/>
            <ac:picMk id="4" creationId="{88999E3C-638A-F5E6-A3C5-73B90315B040}"/>
          </ac:picMkLst>
        </pc:picChg>
      </pc:sldChg>
      <pc:sldChg chg="addSp modSp mod setBg setClrOvrMap">
        <pc:chgData name="Olanrewaju, Emmanuel (Student)" userId="856d88a3-a0f5-4502-a208-88adfba07448" providerId="ADAL" clId="{D34ADB89-9553-4F7A-AB9F-7E09DCC0A1DE}" dt="2026-02-16T23:25:44.774" v="8" actId="26606"/>
        <pc:sldMkLst>
          <pc:docMk/>
          <pc:sldMk cId="1623149380" sldId="287"/>
        </pc:sldMkLst>
        <pc:spChg chg="mod">
          <ac:chgData name="Olanrewaju, Emmanuel (Student)" userId="856d88a3-a0f5-4502-a208-88adfba07448" providerId="ADAL" clId="{D34ADB89-9553-4F7A-AB9F-7E09DCC0A1DE}" dt="2026-02-16T23:25:44.774" v="8" actId="26606"/>
          <ac:spMkLst>
            <pc:docMk/>
            <pc:sldMk cId="1623149380" sldId="287"/>
            <ac:spMk id="2" creationId="{2B4BE97F-D297-1BAE-F146-E1CB7CA3F2BE}"/>
          </ac:spMkLst>
        </pc:spChg>
        <pc:spChg chg="mod ord">
          <ac:chgData name="Olanrewaju, Emmanuel (Student)" userId="856d88a3-a0f5-4502-a208-88adfba07448" providerId="ADAL" clId="{D34ADB89-9553-4F7A-AB9F-7E09DCC0A1DE}" dt="2026-02-16T23:25:44.774" v="8" actId="26606"/>
          <ac:spMkLst>
            <pc:docMk/>
            <pc:sldMk cId="1623149380" sldId="287"/>
            <ac:spMk id="3" creationId="{E8CA8725-F672-AF44-DD3F-3C4A86C5519D}"/>
          </ac:spMkLst>
        </pc:spChg>
        <pc:spChg chg="add">
          <ac:chgData name="Olanrewaju, Emmanuel (Student)" userId="856d88a3-a0f5-4502-a208-88adfba07448" providerId="ADAL" clId="{D34ADB89-9553-4F7A-AB9F-7E09DCC0A1DE}" dt="2026-02-16T23:25:44.774" v="8" actId="26606"/>
          <ac:spMkLst>
            <pc:docMk/>
            <pc:sldMk cId="1623149380" sldId="287"/>
            <ac:spMk id="9" creationId="{F70C2B8F-6B1B-46D5-86E6-40F36C695FC2}"/>
          </ac:spMkLst>
        </pc:spChg>
        <pc:spChg chg="add">
          <ac:chgData name="Olanrewaju, Emmanuel (Student)" userId="856d88a3-a0f5-4502-a208-88adfba07448" providerId="ADAL" clId="{D34ADB89-9553-4F7A-AB9F-7E09DCC0A1DE}" dt="2026-02-16T23:25:44.774" v="8" actId="26606"/>
          <ac:spMkLst>
            <pc:docMk/>
            <pc:sldMk cId="1623149380" sldId="287"/>
            <ac:spMk id="11" creationId="{DB521824-592C-476A-AB0A-CA0C6D1F3407}"/>
          </ac:spMkLst>
        </pc:spChg>
        <pc:spChg chg="add">
          <ac:chgData name="Olanrewaju, Emmanuel (Student)" userId="856d88a3-a0f5-4502-a208-88adfba07448" providerId="ADAL" clId="{D34ADB89-9553-4F7A-AB9F-7E09DCC0A1DE}" dt="2026-02-16T23:25:44.774" v="8" actId="26606"/>
          <ac:spMkLst>
            <pc:docMk/>
            <pc:sldMk cId="1623149380" sldId="287"/>
            <ac:spMk id="13" creationId="{A2749EFA-8EE4-4EB8-9424-8E593B9320AD}"/>
          </ac:spMkLst>
        </pc:spChg>
        <pc:spChg chg="add">
          <ac:chgData name="Olanrewaju, Emmanuel (Student)" userId="856d88a3-a0f5-4502-a208-88adfba07448" providerId="ADAL" clId="{D34ADB89-9553-4F7A-AB9F-7E09DCC0A1DE}" dt="2026-02-16T23:25:44.774" v="8" actId="26606"/>
          <ac:spMkLst>
            <pc:docMk/>
            <pc:sldMk cId="1623149380" sldId="287"/>
            <ac:spMk id="15" creationId="{B5C860C9-D4F9-4350-80DA-0D1CD36C7741}"/>
          </ac:spMkLst>
        </pc:spChg>
        <pc:spChg chg="add">
          <ac:chgData name="Olanrewaju, Emmanuel (Student)" userId="856d88a3-a0f5-4502-a208-88adfba07448" providerId="ADAL" clId="{D34ADB89-9553-4F7A-AB9F-7E09DCC0A1DE}" dt="2026-02-16T23:25:44.774" v="8" actId="26606"/>
          <ac:spMkLst>
            <pc:docMk/>
            <pc:sldMk cId="1623149380" sldId="287"/>
            <ac:spMk id="17" creationId="{538A90C8-AE0E-4EBA-9AF8-EEDB206020E0}"/>
          </ac:spMkLst>
        </pc:spChg>
        <pc:picChg chg="mod">
          <ac:chgData name="Olanrewaju, Emmanuel (Student)" userId="856d88a3-a0f5-4502-a208-88adfba07448" providerId="ADAL" clId="{D34ADB89-9553-4F7A-AB9F-7E09DCC0A1DE}" dt="2026-02-16T23:25:44.774" v="8" actId="26606"/>
          <ac:picMkLst>
            <pc:docMk/>
            <pc:sldMk cId="1623149380" sldId="287"/>
            <ac:picMk id="4" creationId="{6870BAA5-0B48-21F8-296B-0C8F757412FA}"/>
          </ac:picMkLst>
        </pc:picChg>
      </pc:sldChg>
      <pc:sldChg chg="addSp modSp mod setBg setClrOvrMap">
        <pc:chgData name="Olanrewaju, Emmanuel (Student)" userId="856d88a3-a0f5-4502-a208-88adfba07448" providerId="ADAL" clId="{D34ADB89-9553-4F7A-AB9F-7E09DCC0A1DE}" dt="2026-02-16T23:25:24.366" v="5" actId="14100"/>
        <pc:sldMkLst>
          <pc:docMk/>
          <pc:sldMk cId="2402466717" sldId="288"/>
        </pc:sldMkLst>
        <pc:spChg chg="mod">
          <ac:chgData name="Olanrewaju, Emmanuel (Student)" userId="856d88a3-a0f5-4502-a208-88adfba07448" providerId="ADAL" clId="{D34ADB89-9553-4F7A-AB9F-7E09DCC0A1DE}" dt="2026-02-16T23:25:11.114" v="2" actId="27636"/>
          <ac:spMkLst>
            <pc:docMk/>
            <pc:sldMk cId="2402466717" sldId="288"/>
            <ac:spMk id="2" creationId="{658BDD89-A127-F9F2-69D0-3FB00F711F16}"/>
          </ac:spMkLst>
        </pc:spChg>
        <pc:spChg chg="mod ord">
          <ac:chgData name="Olanrewaju, Emmanuel (Student)" userId="856d88a3-a0f5-4502-a208-88adfba07448" providerId="ADAL" clId="{D34ADB89-9553-4F7A-AB9F-7E09DCC0A1DE}" dt="2026-02-16T23:25:24.366" v="5" actId="14100"/>
          <ac:spMkLst>
            <pc:docMk/>
            <pc:sldMk cId="2402466717" sldId="288"/>
            <ac:spMk id="3" creationId="{80218689-6DB9-3858-462B-C51F6FD6080E}"/>
          </ac:spMkLst>
        </pc:spChg>
        <pc:spChg chg="add">
          <ac:chgData name="Olanrewaju, Emmanuel (Student)" userId="856d88a3-a0f5-4502-a208-88adfba07448" providerId="ADAL" clId="{D34ADB89-9553-4F7A-AB9F-7E09DCC0A1DE}" dt="2026-02-16T23:24:56.604" v="0" actId="26606"/>
          <ac:spMkLst>
            <pc:docMk/>
            <pc:sldMk cId="2402466717" sldId="288"/>
            <ac:spMk id="9" creationId="{F70C2B8F-6B1B-46D5-86E6-40F36C695FC2}"/>
          </ac:spMkLst>
        </pc:spChg>
        <pc:spChg chg="add">
          <ac:chgData name="Olanrewaju, Emmanuel (Student)" userId="856d88a3-a0f5-4502-a208-88adfba07448" providerId="ADAL" clId="{D34ADB89-9553-4F7A-AB9F-7E09DCC0A1DE}" dt="2026-02-16T23:24:56.604" v="0" actId="26606"/>
          <ac:spMkLst>
            <pc:docMk/>
            <pc:sldMk cId="2402466717" sldId="288"/>
            <ac:spMk id="11" creationId="{DB521824-592C-476A-AB0A-CA0C6D1F3407}"/>
          </ac:spMkLst>
        </pc:spChg>
        <pc:spChg chg="add">
          <ac:chgData name="Olanrewaju, Emmanuel (Student)" userId="856d88a3-a0f5-4502-a208-88adfba07448" providerId="ADAL" clId="{D34ADB89-9553-4F7A-AB9F-7E09DCC0A1DE}" dt="2026-02-16T23:24:56.604" v="0" actId="26606"/>
          <ac:spMkLst>
            <pc:docMk/>
            <pc:sldMk cId="2402466717" sldId="288"/>
            <ac:spMk id="13" creationId="{A2749EFA-8EE4-4EB8-9424-8E593B9320AD}"/>
          </ac:spMkLst>
        </pc:spChg>
        <pc:spChg chg="add">
          <ac:chgData name="Olanrewaju, Emmanuel (Student)" userId="856d88a3-a0f5-4502-a208-88adfba07448" providerId="ADAL" clId="{D34ADB89-9553-4F7A-AB9F-7E09DCC0A1DE}" dt="2026-02-16T23:24:56.604" v="0" actId="26606"/>
          <ac:spMkLst>
            <pc:docMk/>
            <pc:sldMk cId="2402466717" sldId="288"/>
            <ac:spMk id="15" creationId="{B5C860C9-D4F9-4350-80DA-0D1CD36C7741}"/>
          </ac:spMkLst>
        </pc:spChg>
        <pc:spChg chg="add">
          <ac:chgData name="Olanrewaju, Emmanuel (Student)" userId="856d88a3-a0f5-4502-a208-88adfba07448" providerId="ADAL" clId="{D34ADB89-9553-4F7A-AB9F-7E09DCC0A1DE}" dt="2026-02-16T23:24:56.604" v="0" actId="26606"/>
          <ac:spMkLst>
            <pc:docMk/>
            <pc:sldMk cId="2402466717" sldId="288"/>
            <ac:spMk id="17" creationId="{538A90C8-AE0E-4EBA-9AF8-EEDB206020E0}"/>
          </ac:spMkLst>
        </pc:spChg>
        <pc:picChg chg="mod">
          <ac:chgData name="Olanrewaju, Emmanuel (Student)" userId="856d88a3-a0f5-4502-a208-88adfba07448" providerId="ADAL" clId="{D34ADB89-9553-4F7A-AB9F-7E09DCC0A1DE}" dt="2026-02-16T23:24:56.604" v="0" actId="26606"/>
          <ac:picMkLst>
            <pc:docMk/>
            <pc:sldMk cId="2402466717" sldId="288"/>
            <ac:picMk id="4" creationId="{04B9E990-1C11-C1E6-A08F-1A445F5B44ED}"/>
          </ac:picMkLst>
        </pc:picChg>
      </pc:sldChg>
      <pc:sldChg chg="addSp delSp modSp new mod setBg setClrOvrMap">
        <pc:chgData name="Olanrewaju, Emmanuel (Student)" userId="856d88a3-a0f5-4502-a208-88adfba07448" providerId="ADAL" clId="{D34ADB89-9553-4F7A-AB9F-7E09DCC0A1DE}" dt="2026-02-16T23:28:09.064" v="84" actId="26606"/>
        <pc:sldMkLst>
          <pc:docMk/>
          <pc:sldMk cId="3636071012" sldId="289"/>
        </pc:sldMkLst>
        <pc:spChg chg="mod">
          <ac:chgData name="Olanrewaju, Emmanuel (Student)" userId="856d88a3-a0f5-4502-a208-88adfba07448" providerId="ADAL" clId="{D34ADB89-9553-4F7A-AB9F-7E09DCC0A1DE}" dt="2026-02-16T23:28:09.064" v="84" actId="26606"/>
          <ac:spMkLst>
            <pc:docMk/>
            <pc:sldMk cId="3636071012" sldId="289"/>
            <ac:spMk id="2" creationId="{DCBB51ED-F04C-5D1B-0E1D-2AE0CC098E6D}"/>
          </ac:spMkLst>
        </pc:spChg>
        <pc:spChg chg="del">
          <ac:chgData name="Olanrewaju, Emmanuel (Student)" userId="856d88a3-a0f5-4502-a208-88adfba07448" providerId="ADAL" clId="{D34ADB89-9553-4F7A-AB9F-7E09DCC0A1DE}" dt="2026-02-16T23:28:09.064" v="84" actId="26606"/>
          <ac:spMkLst>
            <pc:docMk/>
            <pc:sldMk cId="3636071012" sldId="289"/>
            <ac:spMk id="3" creationId="{1A21993E-4747-100C-680B-89C505DF4572}"/>
          </ac:spMkLst>
        </pc:spChg>
        <pc:spChg chg="add">
          <ac:chgData name="Olanrewaju, Emmanuel (Student)" userId="856d88a3-a0f5-4502-a208-88adfba07448" providerId="ADAL" clId="{D34ADB89-9553-4F7A-AB9F-7E09DCC0A1DE}" dt="2026-02-16T23:28:09.064" v="84" actId="26606"/>
          <ac:spMkLst>
            <pc:docMk/>
            <pc:sldMk cId="3636071012" sldId="289"/>
            <ac:spMk id="13" creationId="{670D6F2B-93AF-47D6-9378-5E54BE0AC69F}"/>
          </ac:spMkLst>
        </pc:spChg>
        <pc:spChg chg="add">
          <ac:chgData name="Olanrewaju, Emmanuel (Student)" userId="856d88a3-a0f5-4502-a208-88adfba07448" providerId="ADAL" clId="{D34ADB89-9553-4F7A-AB9F-7E09DCC0A1DE}" dt="2026-02-16T23:28:09.064" v="84" actId="26606"/>
          <ac:spMkLst>
            <pc:docMk/>
            <pc:sldMk cId="3636071012" sldId="289"/>
            <ac:spMk id="15" creationId="{491A5E26-1F21-459D-8C03-ADB057B09066}"/>
          </ac:spMkLst>
        </pc:spChg>
        <pc:grpChg chg="add">
          <ac:chgData name="Olanrewaju, Emmanuel (Student)" userId="856d88a3-a0f5-4502-a208-88adfba07448" providerId="ADAL" clId="{D34ADB89-9553-4F7A-AB9F-7E09DCC0A1DE}" dt="2026-02-16T23:28:09.064" v="84" actId="26606"/>
          <ac:grpSpMkLst>
            <pc:docMk/>
            <pc:sldMk cId="3636071012" sldId="289"/>
            <ac:grpSpMk id="9" creationId="{6503EB0F-2257-4A3E-A73B-E1DE769B459F}"/>
          </ac:grpSpMkLst>
        </pc:grpChg>
        <pc:picChg chg="add">
          <ac:chgData name="Olanrewaju, Emmanuel (Student)" userId="856d88a3-a0f5-4502-a208-88adfba07448" providerId="ADAL" clId="{D34ADB89-9553-4F7A-AB9F-7E09DCC0A1DE}" dt="2026-02-16T23:28:09.064" v="84" actId="26606"/>
          <ac:picMkLst>
            <pc:docMk/>
            <pc:sldMk cId="3636071012" sldId="289"/>
            <ac:picMk id="5" creationId="{E17D801F-BBA0-302A-5F70-90779F9DBED8}"/>
          </ac:picMkLst>
        </pc:picChg>
      </pc:sldChg>
      <pc:sldChg chg="addSp delSp modSp new mod setBg">
        <pc:chgData name="Olanrewaju, Emmanuel (Student)" userId="856d88a3-a0f5-4502-a208-88adfba07448" providerId="ADAL" clId="{D34ADB89-9553-4F7A-AB9F-7E09DCC0A1DE}" dt="2026-02-16T23:29:09.434" v="91" actId="14100"/>
        <pc:sldMkLst>
          <pc:docMk/>
          <pc:sldMk cId="3604969259" sldId="290"/>
        </pc:sldMkLst>
        <pc:spChg chg="del">
          <ac:chgData name="Olanrewaju, Emmanuel (Student)" userId="856d88a3-a0f5-4502-a208-88adfba07448" providerId="ADAL" clId="{D34ADB89-9553-4F7A-AB9F-7E09DCC0A1DE}" dt="2026-02-16T23:28:45.244" v="87" actId="26606"/>
          <ac:spMkLst>
            <pc:docMk/>
            <pc:sldMk cId="3604969259" sldId="290"/>
            <ac:spMk id="2" creationId="{745CA557-694E-7D31-A9D8-47ED9FDF184A}"/>
          </ac:spMkLst>
        </pc:spChg>
        <pc:spChg chg="del">
          <ac:chgData name="Olanrewaju, Emmanuel (Student)" userId="856d88a3-a0f5-4502-a208-88adfba07448" providerId="ADAL" clId="{D34ADB89-9553-4F7A-AB9F-7E09DCC0A1DE}" dt="2026-02-16T23:28:43.046" v="86"/>
          <ac:spMkLst>
            <pc:docMk/>
            <pc:sldMk cId="3604969259" sldId="290"/>
            <ac:spMk id="3" creationId="{CD7AEE29-F5F1-0360-9D10-5773C036312B}"/>
          </ac:spMkLst>
        </pc:spChg>
        <pc:spChg chg="add">
          <ac:chgData name="Olanrewaju, Emmanuel (Student)" userId="856d88a3-a0f5-4502-a208-88adfba07448" providerId="ADAL" clId="{D34ADB89-9553-4F7A-AB9F-7E09DCC0A1DE}" dt="2026-02-16T23:28:45.244" v="87" actId="26606"/>
          <ac:spMkLst>
            <pc:docMk/>
            <pc:sldMk cId="3604969259" sldId="290"/>
            <ac:spMk id="9" creationId="{388DD50E-1D2D-48C6-A470-79FB7F337F8A}"/>
          </ac:spMkLst>
        </pc:spChg>
        <pc:spChg chg="add">
          <ac:chgData name="Olanrewaju, Emmanuel (Student)" userId="856d88a3-a0f5-4502-a208-88adfba07448" providerId="ADAL" clId="{D34ADB89-9553-4F7A-AB9F-7E09DCC0A1DE}" dt="2026-02-16T23:28:45.244" v="87" actId="26606"/>
          <ac:spMkLst>
            <pc:docMk/>
            <pc:sldMk cId="3604969259" sldId="290"/>
            <ac:spMk id="11" creationId="{3DB0ED7D-0741-41C8-9BCD-85B80680FB6C}"/>
          </ac:spMkLst>
        </pc:spChg>
        <pc:picChg chg="add mod">
          <ac:chgData name="Olanrewaju, Emmanuel (Student)" userId="856d88a3-a0f5-4502-a208-88adfba07448" providerId="ADAL" clId="{D34ADB89-9553-4F7A-AB9F-7E09DCC0A1DE}" dt="2026-02-16T23:29:09.434" v="91" actId="14100"/>
          <ac:picMkLst>
            <pc:docMk/>
            <pc:sldMk cId="3604969259" sldId="290"/>
            <ac:picMk id="4" creationId="{34221353-758A-8B57-BC88-57607807A6F8}"/>
          </ac:picMkLst>
        </pc:picChg>
      </pc:sldChg>
      <pc:sldChg chg="modSp new mod">
        <pc:chgData name="Olanrewaju, Emmanuel (Student)" userId="856d88a3-a0f5-4502-a208-88adfba07448" providerId="ADAL" clId="{D34ADB89-9553-4F7A-AB9F-7E09DCC0A1DE}" dt="2026-02-16T23:34:38.334" v="166" actId="20577"/>
        <pc:sldMkLst>
          <pc:docMk/>
          <pc:sldMk cId="615074190" sldId="291"/>
        </pc:sldMkLst>
        <pc:spChg chg="mod">
          <ac:chgData name="Olanrewaju, Emmanuel (Student)" userId="856d88a3-a0f5-4502-a208-88adfba07448" providerId="ADAL" clId="{D34ADB89-9553-4F7A-AB9F-7E09DCC0A1DE}" dt="2026-02-16T23:34:38.334" v="166" actId="20577"/>
          <ac:spMkLst>
            <pc:docMk/>
            <pc:sldMk cId="615074190" sldId="291"/>
            <ac:spMk id="3" creationId="{B016129F-B6ED-00C5-1F51-CA84F47806D5}"/>
          </ac:spMkLst>
        </pc:spChg>
      </pc:sldChg>
      <pc:sldChg chg="addSp delSp modSp new mod setBg">
        <pc:chgData name="Olanrewaju, Emmanuel (Student)" userId="856d88a3-a0f5-4502-a208-88adfba07448" providerId="ADAL" clId="{D34ADB89-9553-4F7A-AB9F-7E09DCC0A1DE}" dt="2026-02-16T23:35:37.287" v="173" actId="14100"/>
        <pc:sldMkLst>
          <pc:docMk/>
          <pc:sldMk cId="392654320" sldId="292"/>
        </pc:sldMkLst>
        <pc:spChg chg="del">
          <ac:chgData name="Olanrewaju, Emmanuel (Student)" userId="856d88a3-a0f5-4502-a208-88adfba07448" providerId="ADAL" clId="{D34ADB89-9553-4F7A-AB9F-7E09DCC0A1DE}" dt="2026-02-16T23:35:17.977" v="169" actId="26606"/>
          <ac:spMkLst>
            <pc:docMk/>
            <pc:sldMk cId="392654320" sldId="292"/>
            <ac:spMk id="2" creationId="{69C4D4E8-18FB-48C2-A553-AFF83EDAAD69}"/>
          </ac:spMkLst>
        </pc:spChg>
        <pc:spChg chg="del">
          <ac:chgData name="Olanrewaju, Emmanuel (Student)" userId="856d88a3-a0f5-4502-a208-88adfba07448" providerId="ADAL" clId="{D34ADB89-9553-4F7A-AB9F-7E09DCC0A1DE}" dt="2026-02-16T23:35:14.510" v="168"/>
          <ac:spMkLst>
            <pc:docMk/>
            <pc:sldMk cId="392654320" sldId="292"/>
            <ac:spMk id="3" creationId="{DB3C6F42-F137-F349-E913-689B76A8DC23}"/>
          </ac:spMkLst>
        </pc:spChg>
        <pc:spChg chg="add">
          <ac:chgData name="Olanrewaju, Emmanuel (Student)" userId="856d88a3-a0f5-4502-a208-88adfba07448" providerId="ADAL" clId="{D34ADB89-9553-4F7A-AB9F-7E09DCC0A1DE}" dt="2026-02-16T23:35:17.977" v="169" actId="26606"/>
          <ac:spMkLst>
            <pc:docMk/>
            <pc:sldMk cId="392654320" sldId="292"/>
            <ac:spMk id="9" creationId="{388DD50E-1D2D-48C6-A470-79FB7F337F8A}"/>
          </ac:spMkLst>
        </pc:spChg>
        <pc:spChg chg="add">
          <ac:chgData name="Olanrewaju, Emmanuel (Student)" userId="856d88a3-a0f5-4502-a208-88adfba07448" providerId="ADAL" clId="{D34ADB89-9553-4F7A-AB9F-7E09DCC0A1DE}" dt="2026-02-16T23:35:17.977" v="169" actId="26606"/>
          <ac:spMkLst>
            <pc:docMk/>
            <pc:sldMk cId="392654320" sldId="292"/>
            <ac:spMk id="11" creationId="{4F78DAAE-B0C3-49A3-8AB1-AD2FF0E3686F}"/>
          </ac:spMkLst>
        </pc:spChg>
        <pc:spChg chg="add">
          <ac:chgData name="Olanrewaju, Emmanuel (Student)" userId="856d88a3-a0f5-4502-a208-88adfba07448" providerId="ADAL" clId="{D34ADB89-9553-4F7A-AB9F-7E09DCC0A1DE}" dt="2026-02-16T23:35:17.977" v="169" actId="26606"/>
          <ac:spMkLst>
            <pc:docMk/>
            <pc:sldMk cId="392654320" sldId="292"/>
            <ac:spMk id="13" creationId="{F6A8A81D-3338-4B0F-A26F-A3D259D27681}"/>
          </ac:spMkLst>
        </pc:spChg>
        <pc:spChg chg="add">
          <ac:chgData name="Olanrewaju, Emmanuel (Student)" userId="856d88a3-a0f5-4502-a208-88adfba07448" providerId="ADAL" clId="{D34ADB89-9553-4F7A-AB9F-7E09DCC0A1DE}" dt="2026-02-16T23:35:17.977" v="169" actId="26606"/>
          <ac:spMkLst>
            <pc:docMk/>
            <pc:sldMk cId="392654320" sldId="292"/>
            <ac:spMk id="15" creationId="{40155665-7CE2-4939-AE5E-020DC1D20753}"/>
          </ac:spMkLst>
        </pc:spChg>
        <pc:picChg chg="add mod">
          <ac:chgData name="Olanrewaju, Emmanuel (Student)" userId="856d88a3-a0f5-4502-a208-88adfba07448" providerId="ADAL" clId="{D34ADB89-9553-4F7A-AB9F-7E09DCC0A1DE}" dt="2026-02-16T23:35:37.287" v="173" actId="14100"/>
          <ac:picMkLst>
            <pc:docMk/>
            <pc:sldMk cId="392654320" sldId="292"/>
            <ac:picMk id="4" creationId="{806DC379-BF40-EBB1-6507-5FC6D19D73B8}"/>
          </ac:picMkLst>
        </pc:picChg>
      </pc:sldChg>
      <pc:sldChg chg="modSp new mod">
        <pc:chgData name="Olanrewaju, Emmanuel (Student)" userId="856d88a3-a0f5-4502-a208-88adfba07448" providerId="ADAL" clId="{D34ADB89-9553-4F7A-AB9F-7E09DCC0A1DE}" dt="2026-02-16T23:37:19.636" v="178" actId="113"/>
        <pc:sldMkLst>
          <pc:docMk/>
          <pc:sldMk cId="1882409526" sldId="293"/>
        </pc:sldMkLst>
        <pc:spChg chg="mod">
          <ac:chgData name="Olanrewaju, Emmanuel (Student)" userId="856d88a3-a0f5-4502-a208-88adfba07448" providerId="ADAL" clId="{D34ADB89-9553-4F7A-AB9F-7E09DCC0A1DE}" dt="2026-02-16T23:37:19.636" v="178" actId="113"/>
          <ac:spMkLst>
            <pc:docMk/>
            <pc:sldMk cId="1882409526" sldId="293"/>
            <ac:spMk id="3" creationId="{0F5F2748-01ED-A4D7-03EF-F828AC843A38}"/>
          </ac:spMkLst>
        </pc:spChg>
      </pc:sldChg>
      <pc:sldChg chg="addSp delSp modSp new mod setBg setClrOvrMap">
        <pc:chgData name="Olanrewaju, Emmanuel (Student)" userId="856d88a3-a0f5-4502-a208-88adfba07448" providerId="ADAL" clId="{D34ADB89-9553-4F7A-AB9F-7E09DCC0A1DE}" dt="2026-02-16T23:39:09.710" v="215" actId="20577"/>
        <pc:sldMkLst>
          <pc:docMk/>
          <pc:sldMk cId="2686395309" sldId="294"/>
        </pc:sldMkLst>
        <pc:spChg chg="mod">
          <ac:chgData name="Olanrewaju, Emmanuel (Student)" userId="856d88a3-a0f5-4502-a208-88adfba07448" providerId="ADAL" clId="{D34ADB89-9553-4F7A-AB9F-7E09DCC0A1DE}" dt="2026-02-16T23:39:06.204" v="213" actId="26606"/>
          <ac:spMkLst>
            <pc:docMk/>
            <pc:sldMk cId="2686395309" sldId="294"/>
            <ac:spMk id="2" creationId="{49FBCCDB-F9C0-4B4E-4283-F877AE8017D5}"/>
          </ac:spMkLst>
        </pc:spChg>
        <pc:spChg chg="add del mod ord">
          <ac:chgData name="Olanrewaju, Emmanuel (Student)" userId="856d88a3-a0f5-4502-a208-88adfba07448" providerId="ADAL" clId="{D34ADB89-9553-4F7A-AB9F-7E09DCC0A1DE}" dt="2026-02-16T23:39:09.710" v="215" actId="20577"/>
          <ac:spMkLst>
            <pc:docMk/>
            <pc:sldMk cId="2686395309" sldId="294"/>
            <ac:spMk id="3" creationId="{1A9D9270-A5D8-BF4C-B9E7-53DEBDE3D871}"/>
          </ac:spMkLst>
        </pc:spChg>
        <pc:spChg chg="add">
          <ac:chgData name="Olanrewaju, Emmanuel (Student)" userId="856d88a3-a0f5-4502-a208-88adfba07448" providerId="ADAL" clId="{D34ADB89-9553-4F7A-AB9F-7E09DCC0A1DE}" dt="2026-02-16T23:39:06.204" v="213" actId="26606"/>
          <ac:spMkLst>
            <pc:docMk/>
            <pc:sldMk cId="2686395309" sldId="294"/>
            <ac:spMk id="10" creationId="{F70C2B8F-6B1B-46D5-86E6-40F36C695FC2}"/>
          </ac:spMkLst>
        </pc:spChg>
        <pc:spChg chg="add">
          <ac:chgData name="Olanrewaju, Emmanuel (Student)" userId="856d88a3-a0f5-4502-a208-88adfba07448" providerId="ADAL" clId="{D34ADB89-9553-4F7A-AB9F-7E09DCC0A1DE}" dt="2026-02-16T23:39:06.204" v="213" actId="26606"/>
          <ac:spMkLst>
            <pc:docMk/>
            <pc:sldMk cId="2686395309" sldId="294"/>
            <ac:spMk id="12" creationId="{DB521824-592C-476A-AB0A-CA0C6D1F3407}"/>
          </ac:spMkLst>
        </pc:spChg>
        <pc:spChg chg="add">
          <ac:chgData name="Olanrewaju, Emmanuel (Student)" userId="856d88a3-a0f5-4502-a208-88adfba07448" providerId="ADAL" clId="{D34ADB89-9553-4F7A-AB9F-7E09DCC0A1DE}" dt="2026-02-16T23:39:06.204" v="213" actId="26606"/>
          <ac:spMkLst>
            <pc:docMk/>
            <pc:sldMk cId="2686395309" sldId="294"/>
            <ac:spMk id="14" creationId="{A2749EFA-8EE4-4EB8-9424-8E593B9320AD}"/>
          </ac:spMkLst>
        </pc:spChg>
        <pc:spChg chg="add">
          <ac:chgData name="Olanrewaju, Emmanuel (Student)" userId="856d88a3-a0f5-4502-a208-88adfba07448" providerId="ADAL" clId="{D34ADB89-9553-4F7A-AB9F-7E09DCC0A1DE}" dt="2026-02-16T23:39:06.204" v="213" actId="26606"/>
          <ac:spMkLst>
            <pc:docMk/>
            <pc:sldMk cId="2686395309" sldId="294"/>
            <ac:spMk id="16" creationId="{B5C860C9-D4F9-4350-80DA-0D1CD36C7741}"/>
          </ac:spMkLst>
        </pc:spChg>
        <pc:spChg chg="add">
          <ac:chgData name="Olanrewaju, Emmanuel (Student)" userId="856d88a3-a0f5-4502-a208-88adfba07448" providerId="ADAL" clId="{D34ADB89-9553-4F7A-AB9F-7E09DCC0A1DE}" dt="2026-02-16T23:39:06.204" v="213" actId="26606"/>
          <ac:spMkLst>
            <pc:docMk/>
            <pc:sldMk cId="2686395309" sldId="294"/>
            <ac:spMk id="18" creationId="{538A90C8-AE0E-4EBA-9AF8-EEDB206020E0}"/>
          </ac:spMkLst>
        </pc:spChg>
        <pc:picChg chg="add mod">
          <ac:chgData name="Olanrewaju, Emmanuel (Student)" userId="856d88a3-a0f5-4502-a208-88adfba07448" providerId="ADAL" clId="{D34ADB89-9553-4F7A-AB9F-7E09DCC0A1DE}" dt="2026-02-16T23:37:50.869" v="183"/>
          <ac:picMkLst>
            <pc:docMk/>
            <pc:sldMk cId="2686395309" sldId="294"/>
            <ac:picMk id="4" creationId="{8469A519-8E41-E6AF-02E8-154604584A2C}"/>
          </ac:picMkLst>
        </pc:picChg>
        <pc:picChg chg="add mod">
          <ac:chgData name="Olanrewaju, Emmanuel (Student)" userId="856d88a3-a0f5-4502-a208-88adfba07448" providerId="ADAL" clId="{D34ADB89-9553-4F7A-AB9F-7E09DCC0A1DE}" dt="2026-02-16T23:39:06.204" v="213" actId="26606"/>
          <ac:picMkLst>
            <pc:docMk/>
            <pc:sldMk cId="2686395309" sldId="294"/>
            <ac:picMk id="5" creationId="{729CDC90-1B2E-1937-E972-6533384F5A06}"/>
          </ac:picMkLst>
        </pc:picChg>
      </pc:sldChg>
      <pc:sldChg chg="addSp modSp new mod setBg">
        <pc:chgData name="Olanrewaju, Emmanuel (Student)" userId="856d88a3-a0f5-4502-a208-88adfba07448" providerId="ADAL" clId="{D34ADB89-9553-4F7A-AB9F-7E09DCC0A1DE}" dt="2026-02-16T23:46:48.353" v="257" actId="26606"/>
        <pc:sldMkLst>
          <pc:docMk/>
          <pc:sldMk cId="2973198913" sldId="295"/>
        </pc:sldMkLst>
        <pc:spChg chg="mod">
          <ac:chgData name="Olanrewaju, Emmanuel (Student)" userId="856d88a3-a0f5-4502-a208-88adfba07448" providerId="ADAL" clId="{D34ADB89-9553-4F7A-AB9F-7E09DCC0A1DE}" dt="2026-02-16T23:46:48.353" v="257" actId="26606"/>
          <ac:spMkLst>
            <pc:docMk/>
            <pc:sldMk cId="2973198913" sldId="295"/>
            <ac:spMk id="2" creationId="{F7BEDD22-13F1-14E1-4312-F48F395602AE}"/>
          </ac:spMkLst>
        </pc:spChg>
        <pc:spChg chg="mod">
          <ac:chgData name="Olanrewaju, Emmanuel (Student)" userId="856d88a3-a0f5-4502-a208-88adfba07448" providerId="ADAL" clId="{D34ADB89-9553-4F7A-AB9F-7E09DCC0A1DE}" dt="2026-02-16T23:46:48.353" v="257" actId="26606"/>
          <ac:spMkLst>
            <pc:docMk/>
            <pc:sldMk cId="2973198913" sldId="295"/>
            <ac:spMk id="3" creationId="{6BE37227-B033-AB29-F81E-7A7F7DA21F22}"/>
          </ac:spMkLst>
        </pc:spChg>
        <pc:picChg chg="add mod">
          <ac:chgData name="Olanrewaju, Emmanuel (Student)" userId="856d88a3-a0f5-4502-a208-88adfba07448" providerId="ADAL" clId="{D34ADB89-9553-4F7A-AB9F-7E09DCC0A1DE}" dt="2026-02-16T23:46:48.353" v="257" actId="26606"/>
          <ac:picMkLst>
            <pc:docMk/>
            <pc:sldMk cId="2973198913" sldId="295"/>
            <ac:picMk id="5" creationId="{F38CA68F-623D-90DD-5D5F-758F4A027AB3}"/>
          </ac:picMkLst>
        </pc:picChg>
      </pc:sldChg>
      <pc:sldChg chg="addSp modSp new mod setBg">
        <pc:chgData name="Olanrewaju, Emmanuel (Student)" userId="856d88a3-a0f5-4502-a208-88adfba07448" providerId="ADAL" clId="{D34ADB89-9553-4F7A-AB9F-7E09DCC0A1DE}" dt="2026-02-16T23:52:32" v="373" actId="26606"/>
        <pc:sldMkLst>
          <pc:docMk/>
          <pc:sldMk cId="14521210" sldId="296"/>
        </pc:sldMkLst>
        <pc:spChg chg="mod">
          <ac:chgData name="Olanrewaju, Emmanuel (Student)" userId="856d88a3-a0f5-4502-a208-88adfba07448" providerId="ADAL" clId="{D34ADB89-9553-4F7A-AB9F-7E09DCC0A1DE}" dt="2026-02-16T23:52:32" v="373" actId="26606"/>
          <ac:spMkLst>
            <pc:docMk/>
            <pc:sldMk cId="14521210" sldId="296"/>
            <ac:spMk id="2" creationId="{7BC87E78-77FE-BDA5-3B5B-47F4BC4F0F93}"/>
          </ac:spMkLst>
        </pc:spChg>
        <pc:spChg chg="mod">
          <ac:chgData name="Olanrewaju, Emmanuel (Student)" userId="856d88a3-a0f5-4502-a208-88adfba07448" providerId="ADAL" clId="{D34ADB89-9553-4F7A-AB9F-7E09DCC0A1DE}" dt="2026-02-16T23:52:32" v="373" actId="26606"/>
          <ac:spMkLst>
            <pc:docMk/>
            <pc:sldMk cId="14521210" sldId="296"/>
            <ac:spMk id="3" creationId="{8AB9EF6A-A119-0547-3FBB-170BD48076CF}"/>
          </ac:spMkLst>
        </pc:spChg>
        <pc:picChg chg="add mod">
          <ac:chgData name="Olanrewaju, Emmanuel (Student)" userId="856d88a3-a0f5-4502-a208-88adfba07448" providerId="ADAL" clId="{D34ADB89-9553-4F7A-AB9F-7E09DCC0A1DE}" dt="2026-02-16T23:52:32" v="373" actId="26606"/>
          <ac:picMkLst>
            <pc:docMk/>
            <pc:sldMk cId="14521210" sldId="296"/>
            <ac:picMk id="4" creationId="{07DABE86-8057-1382-235C-8BE0A18AA7AA}"/>
          </ac:picMkLst>
        </pc:picChg>
      </pc:sldChg>
      <pc:sldChg chg="addSp delSp modSp new mod setBg">
        <pc:chgData name="Olanrewaju, Emmanuel (Student)" userId="856d88a3-a0f5-4502-a208-88adfba07448" providerId="ADAL" clId="{D34ADB89-9553-4F7A-AB9F-7E09DCC0A1DE}" dt="2026-02-16T23:52:54.128" v="376" actId="26606"/>
        <pc:sldMkLst>
          <pc:docMk/>
          <pc:sldMk cId="3564774151" sldId="297"/>
        </pc:sldMkLst>
        <pc:spChg chg="del">
          <ac:chgData name="Olanrewaju, Emmanuel (Student)" userId="856d88a3-a0f5-4502-a208-88adfba07448" providerId="ADAL" clId="{D34ADB89-9553-4F7A-AB9F-7E09DCC0A1DE}" dt="2026-02-16T23:52:54.128" v="376" actId="26606"/>
          <ac:spMkLst>
            <pc:docMk/>
            <pc:sldMk cId="3564774151" sldId="297"/>
            <ac:spMk id="2" creationId="{AB591ED4-7162-6ABC-678B-D04C5D0F5DFE}"/>
          </ac:spMkLst>
        </pc:spChg>
        <pc:spChg chg="del">
          <ac:chgData name="Olanrewaju, Emmanuel (Student)" userId="856d88a3-a0f5-4502-a208-88adfba07448" providerId="ADAL" clId="{D34ADB89-9553-4F7A-AB9F-7E09DCC0A1DE}" dt="2026-02-16T23:52:49.769" v="375"/>
          <ac:spMkLst>
            <pc:docMk/>
            <pc:sldMk cId="3564774151" sldId="297"/>
            <ac:spMk id="3" creationId="{C358154C-6AD3-7F38-8F5D-80B2EA493377}"/>
          </ac:spMkLst>
        </pc:spChg>
        <pc:spChg chg="add">
          <ac:chgData name="Olanrewaju, Emmanuel (Student)" userId="856d88a3-a0f5-4502-a208-88adfba07448" providerId="ADAL" clId="{D34ADB89-9553-4F7A-AB9F-7E09DCC0A1DE}" dt="2026-02-16T23:52:54.128" v="376" actId="26606"/>
          <ac:spMkLst>
            <pc:docMk/>
            <pc:sldMk cId="3564774151" sldId="297"/>
            <ac:spMk id="9" creationId="{71616407-3E4D-4469-BDAF-3837EBF9FDA8}"/>
          </ac:spMkLst>
        </pc:spChg>
        <pc:picChg chg="add mod">
          <ac:chgData name="Olanrewaju, Emmanuel (Student)" userId="856d88a3-a0f5-4502-a208-88adfba07448" providerId="ADAL" clId="{D34ADB89-9553-4F7A-AB9F-7E09DCC0A1DE}" dt="2026-02-16T23:52:54.128" v="376" actId="26606"/>
          <ac:picMkLst>
            <pc:docMk/>
            <pc:sldMk cId="3564774151" sldId="297"/>
            <ac:picMk id="4" creationId="{01DC314E-F19D-070D-C0FC-CA2E28CA832C}"/>
          </ac:picMkLst>
        </pc:picChg>
      </pc:sldChg>
      <pc:sldChg chg="addSp modSp new mod setBg setClrOvrMap">
        <pc:chgData name="Olanrewaju, Emmanuel (Student)" userId="856d88a3-a0f5-4502-a208-88adfba07448" providerId="ADAL" clId="{D34ADB89-9553-4F7A-AB9F-7E09DCC0A1DE}" dt="2026-02-16T23:57:01.870" v="383" actId="26606"/>
        <pc:sldMkLst>
          <pc:docMk/>
          <pc:sldMk cId="1097460925" sldId="298"/>
        </pc:sldMkLst>
        <pc:spChg chg="mod">
          <ac:chgData name="Olanrewaju, Emmanuel (Student)" userId="856d88a3-a0f5-4502-a208-88adfba07448" providerId="ADAL" clId="{D34ADB89-9553-4F7A-AB9F-7E09DCC0A1DE}" dt="2026-02-16T23:57:01.870" v="383" actId="26606"/>
          <ac:spMkLst>
            <pc:docMk/>
            <pc:sldMk cId="1097460925" sldId="298"/>
            <ac:spMk id="2" creationId="{FE89431B-1239-448A-2A98-1E058F8E8F1E}"/>
          </ac:spMkLst>
        </pc:spChg>
        <pc:spChg chg="mod ord">
          <ac:chgData name="Olanrewaju, Emmanuel (Student)" userId="856d88a3-a0f5-4502-a208-88adfba07448" providerId="ADAL" clId="{D34ADB89-9553-4F7A-AB9F-7E09DCC0A1DE}" dt="2026-02-16T23:57:01.870" v="383" actId="26606"/>
          <ac:spMkLst>
            <pc:docMk/>
            <pc:sldMk cId="1097460925" sldId="298"/>
            <ac:spMk id="3" creationId="{C23D3F34-7DA3-7ECE-7849-A3F085A56E97}"/>
          </ac:spMkLst>
        </pc:spChg>
        <pc:spChg chg="add">
          <ac:chgData name="Olanrewaju, Emmanuel (Student)" userId="856d88a3-a0f5-4502-a208-88adfba07448" providerId="ADAL" clId="{D34ADB89-9553-4F7A-AB9F-7E09DCC0A1DE}" dt="2026-02-16T23:57:01.870" v="383" actId="26606"/>
          <ac:spMkLst>
            <pc:docMk/>
            <pc:sldMk cId="1097460925" sldId="298"/>
            <ac:spMk id="9" creationId="{510C9632-BB6F-48EE-AB65-501878BA5DB6}"/>
          </ac:spMkLst>
        </pc:spChg>
        <pc:spChg chg="add">
          <ac:chgData name="Olanrewaju, Emmanuel (Student)" userId="856d88a3-a0f5-4502-a208-88adfba07448" providerId="ADAL" clId="{D34ADB89-9553-4F7A-AB9F-7E09DCC0A1DE}" dt="2026-02-16T23:57:01.870" v="383" actId="26606"/>
          <ac:spMkLst>
            <pc:docMk/>
            <pc:sldMk cId="1097460925" sldId="298"/>
            <ac:spMk id="11" creationId="{4EC8AAB6-953B-4D29-9967-3C44D06BB4E8}"/>
          </ac:spMkLst>
        </pc:spChg>
        <pc:spChg chg="add">
          <ac:chgData name="Olanrewaju, Emmanuel (Student)" userId="856d88a3-a0f5-4502-a208-88adfba07448" providerId="ADAL" clId="{D34ADB89-9553-4F7A-AB9F-7E09DCC0A1DE}" dt="2026-02-16T23:57:01.870" v="383" actId="26606"/>
          <ac:spMkLst>
            <pc:docMk/>
            <pc:sldMk cId="1097460925" sldId="298"/>
            <ac:spMk id="13" creationId="{C89ED458-2326-40DC-9C7B-1A717B6551AD}"/>
          </ac:spMkLst>
        </pc:spChg>
        <pc:spChg chg="add">
          <ac:chgData name="Olanrewaju, Emmanuel (Student)" userId="856d88a3-a0f5-4502-a208-88adfba07448" providerId="ADAL" clId="{D34ADB89-9553-4F7A-AB9F-7E09DCC0A1DE}" dt="2026-02-16T23:57:01.870" v="383" actId="26606"/>
          <ac:spMkLst>
            <pc:docMk/>
            <pc:sldMk cId="1097460925" sldId="298"/>
            <ac:spMk id="15" creationId="{6F9D1DE6-E368-4F07-85F9-D5B767477DDF}"/>
          </ac:spMkLst>
        </pc:spChg>
        <pc:spChg chg="add">
          <ac:chgData name="Olanrewaju, Emmanuel (Student)" userId="856d88a3-a0f5-4502-a208-88adfba07448" providerId="ADAL" clId="{D34ADB89-9553-4F7A-AB9F-7E09DCC0A1DE}" dt="2026-02-16T23:57:01.870" v="383" actId="26606"/>
          <ac:spMkLst>
            <pc:docMk/>
            <pc:sldMk cId="1097460925" sldId="298"/>
            <ac:spMk id="17" creationId="{F63B1F66-4ACE-4A01-8ADF-F175A9C358B2}"/>
          </ac:spMkLst>
        </pc:spChg>
        <pc:spChg chg="add">
          <ac:chgData name="Olanrewaju, Emmanuel (Student)" userId="856d88a3-a0f5-4502-a208-88adfba07448" providerId="ADAL" clId="{D34ADB89-9553-4F7A-AB9F-7E09DCC0A1DE}" dt="2026-02-16T23:57:01.870" v="383" actId="26606"/>
          <ac:spMkLst>
            <pc:docMk/>
            <pc:sldMk cId="1097460925" sldId="298"/>
            <ac:spMk id="19" creationId="{CF8448ED-9332-4A9B-8CAB-B1985E596E20}"/>
          </ac:spMkLst>
        </pc:spChg>
        <pc:spChg chg="add">
          <ac:chgData name="Olanrewaju, Emmanuel (Student)" userId="856d88a3-a0f5-4502-a208-88adfba07448" providerId="ADAL" clId="{D34ADB89-9553-4F7A-AB9F-7E09DCC0A1DE}" dt="2026-02-16T23:57:01.870" v="383" actId="26606"/>
          <ac:spMkLst>
            <pc:docMk/>
            <pc:sldMk cId="1097460925" sldId="298"/>
            <ac:spMk id="21" creationId="{ED3A2261-1C75-40FF-8CD6-18C5900C1C8D}"/>
          </ac:spMkLst>
        </pc:spChg>
        <pc:picChg chg="add mod">
          <ac:chgData name="Olanrewaju, Emmanuel (Student)" userId="856d88a3-a0f5-4502-a208-88adfba07448" providerId="ADAL" clId="{D34ADB89-9553-4F7A-AB9F-7E09DCC0A1DE}" dt="2026-02-16T23:57:01.870" v="383" actId="26606"/>
          <ac:picMkLst>
            <pc:docMk/>
            <pc:sldMk cId="1097460925" sldId="298"/>
            <ac:picMk id="4" creationId="{FB97F660-9BE0-0688-69EB-A5765CDCB0C7}"/>
          </ac:picMkLst>
        </pc:picChg>
      </pc:sldChg>
      <pc:sldChg chg="addSp modSp new mod setBg setClrOvrMap">
        <pc:chgData name="Olanrewaju, Emmanuel (Student)" userId="856d88a3-a0f5-4502-a208-88adfba07448" providerId="ADAL" clId="{D34ADB89-9553-4F7A-AB9F-7E09DCC0A1DE}" dt="2026-02-16T23:59:19.598" v="387" actId="26606"/>
        <pc:sldMkLst>
          <pc:docMk/>
          <pc:sldMk cId="1402640997" sldId="299"/>
        </pc:sldMkLst>
        <pc:spChg chg="mod">
          <ac:chgData name="Olanrewaju, Emmanuel (Student)" userId="856d88a3-a0f5-4502-a208-88adfba07448" providerId="ADAL" clId="{D34ADB89-9553-4F7A-AB9F-7E09DCC0A1DE}" dt="2026-02-16T23:59:19.598" v="387" actId="26606"/>
          <ac:spMkLst>
            <pc:docMk/>
            <pc:sldMk cId="1402640997" sldId="299"/>
            <ac:spMk id="2" creationId="{24F3BCAE-3738-8D1D-B354-B5CC816CA005}"/>
          </ac:spMkLst>
        </pc:spChg>
        <pc:spChg chg="mod ord">
          <ac:chgData name="Olanrewaju, Emmanuel (Student)" userId="856d88a3-a0f5-4502-a208-88adfba07448" providerId="ADAL" clId="{D34ADB89-9553-4F7A-AB9F-7E09DCC0A1DE}" dt="2026-02-16T23:59:19.598" v="387" actId="26606"/>
          <ac:spMkLst>
            <pc:docMk/>
            <pc:sldMk cId="1402640997" sldId="299"/>
            <ac:spMk id="3" creationId="{9E167BAB-6A53-BA9A-FB27-5565F7BEC645}"/>
          </ac:spMkLst>
        </pc:spChg>
        <pc:spChg chg="add">
          <ac:chgData name="Olanrewaju, Emmanuel (Student)" userId="856d88a3-a0f5-4502-a208-88adfba07448" providerId="ADAL" clId="{D34ADB89-9553-4F7A-AB9F-7E09DCC0A1DE}" dt="2026-02-16T23:59:19.598" v="387" actId="26606"/>
          <ac:spMkLst>
            <pc:docMk/>
            <pc:sldMk cId="1402640997" sldId="299"/>
            <ac:spMk id="9" creationId="{F70C2B8F-6B1B-46D5-86E6-40F36C695FC2}"/>
          </ac:spMkLst>
        </pc:spChg>
        <pc:spChg chg="add">
          <ac:chgData name="Olanrewaju, Emmanuel (Student)" userId="856d88a3-a0f5-4502-a208-88adfba07448" providerId="ADAL" clId="{D34ADB89-9553-4F7A-AB9F-7E09DCC0A1DE}" dt="2026-02-16T23:59:19.598" v="387" actId="26606"/>
          <ac:spMkLst>
            <pc:docMk/>
            <pc:sldMk cId="1402640997" sldId="299"/>
            <ac:spMk id="11" creationId="{DB521824-592C-476A-AB0A-CA0C6D1F3407}"/>
          </ac:spMkLst>
        </pc:spChg>
        <pc:spChg chg="add">
          <ac:chgData name="Olanrewaju, Emmanuel (Student)" userId="856d88a3-a0f5-4502-a208-88adfba07448" providerId="ADAL" clId="{D34ADB89-9553-4F7A-AB9F-7E09DCC0A1DE}" dt="2026-02-16T23:59:19.598" v="387" actId="26606"/>
          <ac:spMkLst>
            <pc:docMk/>
            <pc:sldMk cId="1402640997" sldId="299"/>
            <ac:spMk id="13" creationId="{A2749EFA-8EE4-4EB8-9424-8E593B9320AD}"/>
          </ac:spMkLst>
        </pc:spChg>
        <pc:spChg chg="add">
          <ac:chgData name="Olanrewaju, Emmanuel (Student)" userId="856d88a3-a0f5-4502-a208-88adfba07448" providerId="ADAL" clId="{D34ADB89-9553-4F7A-AB9F-7E09DCC0A1DE}" dt="2026-02-16T23:59:19.598" v="387" actId="26606"/>
          <ac:spMkLst>
            <pc:docMk/>
            <pc:sldMk cId="1402640997" sldId="299"/>
            <ac:spMk id="15" creationId="{B5C860C9-D4F9-4350-80DA-0D1CD36C7741}"/>
          </ac:spMkLst>
        </pc:spChg>
        <pc:spChg chg="add">
          <ac:chgData name="Olanrewaju, Emmanuel (Student)" userId="856d88a3-a0f5-4502-a208-88adfba07448" providerId="ADAL" clId="{D34ADB89-9553-4F7A-AB9F-7E09DCC0A1DE}" dt="2026-02-16T23:59:19.598" v="387" actId="26606"/>
          <ac:spMkLst>
            <pc:docMk/>
            <pc:sldMk cId="1402640997" sldId="299"/>
            <ac:spMk id="17" creationId="{538A90C8-AE0E-4EBA-9AF8-EEDB206020E0}"/>
          </ac:spMkLst>
        </pc:spChg>
        <pc:picChg chg="add mod">
          <ac:chgData name="Olanrewaju, Emmanuel (Student)" userId="856d88a3-a0f5-4502-a208-88adfba07448" providerId="ADAL" clId="{D34ADB89-9553-4F7A-AB9F-7E09DCC0A1DE}" dt="2026-02-16T23:59:19.598" v="387" actId="26606"/>
          <ac:picMkLst>
            <pc:docMk/>
            <pc:sldMk cId="1402640997" sldId="299"/>
            <ac:picMk id="4" creationId="{D3FCF28F-FC28-F5B2-2D6C-3BF8C7D9044B}"/>
          </ac:picMkLst>
        </pc:picChg>
      </pc:sldChg>
      <pc:sldChg chg="addSp delSp modSp new mod setBg setClrOvrMap">
        <pc:chgData name="Olanrewaju, Emmanuel (Student)" userId="856d88a3-a0f5-4502-a208-88adfba07448" providerId="ADAL" clId="{D34ADB89-9553-4F7A-AB9F-7E09DCC0A1DE}" dt="2026-02-17T00:02:06.963" v="462" actId="26606"/>
        <pc:sldMkLst>
          <pc:docMk/>
          <pc:sldMk cId="4038696276" sldId="300"/>
        </pc:sldMkLst>
        <pc:spChg chg="mod">
          <ac:chgData name="Olanrewaju, Emmanuel (Student)" userId="856d88a3-a0f5-4502-a208-88adfba07448" providerId="ADAL" clId="{D34ADB89-9553-4F7A-AB9F-7E09DCC0A1DE}" dt="2026-02-17T00:02:06.963" v="462" actId="26606"/>
          <ac:spMkLst>
            <pc:docMk/>
            <pc:sldMk cId="4038696276" sldId="300"/>
            <ac:spMk id="2" creationId="{6B4FED67-6EE7-F11B-1651-9BDC709E763F}"/>
          </ac:spMkLst>
        </pc:spChg>
        <pc:spChg chg="del">
          <ac:chgData name="Olanrewaju, Emmanuel (Student)" userId="856d88a3-a0f5-4502-a208-88adfba07448" providerId="ADAL" clId="{D34ADB89-9553-4F7A-AB9F-7E09DCC0A1DE}" dt="2026-02-17T00:02:06.963" v="462" actId="26606"/>
          <ac:spMkLst>
            <pc:docMk/>
            <pc:sldMk cId="4038696276" sldId="300"/>
            <ac:spMk id="3" creationId="{4B707D20-0325-A184-CAE4-3705E0EDC822}"/>
          </ac:spMkLst>
        </pc:spChg>
        <pc:spChg chg="add">
          <ac:chgData name="Olanrewaju, Emmanuel (Student)" userId="856d88a3-a0f5-4502-a208-88adfba07448" providerId="ADAL" clId="{D34ADB89-9553-4F7A-AB9F-7E09DCC0A1DE}" dt="2026-02-17T00:02:06.963" v="462" actId="26606"/>
          <ac:spMkLst>
            <pc:docMk/>
            <pc:sldMk cId="4038696276" sldId="300"/>
            <ac:spMk id="13" creationId="{670D6F2B-93AF-47D6-9378-5E54BE0AC69F}"/>
          </ac:spMkLst>
        </pc:spChg>
        <pc:spChg chg="add">
          <ac:chgData name="Olanrewaju, Emmanuel (Student)" userId="856d88a3-a0f5-4502-a208-88adfba07448" providerId="ADAL" clId="{D34ADB89-9553-4F7A-AB9F-7E09DCC0A1DE}" dt="2026-02-17T00:02:06.963" v="462" actId="26606"/>
          <ac:spMkLst>
            <pc:docMk/>
            <pc:sldMk cId="4038696276" sldId="300"/>
            <ac:spMk id="15" creationId="{491A5E26-1F21-459D-8C03-ADB057B09066}"/>
          </ac:spMkLst>
        </pc:spChg>
        <pc:grpChg chg="add">
          <ac:chgData name="Olanrewaju, Emmanuel (Student)" userId="856d88a3-a0f5-4502-a208-88adfba07448" providerId="ADAL" clId="{D34ADB89-9553-4F7A-AB9F-7E09DCC0A1DE}" dt="2026-02-17T00:02:06.963" v="462" actId="26606"/>
          <ac:grpSpMkLst>
            <pc:docMk/>
            <pc:sldMk cId="4038696276" sldId="300"/>
            <ac:grpSpMk id="9" creationId="{6503EB0F-2257-4A3E-A73B-E1DE769B459F}"/>
          </ac:grpSpMkLst>
        </pc:grpChg>
        <pc:picChg chg="add">
          <ac:chgData name="Olanrewaju, Emmanuel (Student)" userId="856d88a3-a0f5-4502-a208-88adfba07448" providerId="ADAL" clId="{D34ADB89-9553-4F7A-AB9F-7E09DCC0A1DE}" dt="2026-02-17T00:02:06.963" v="462" actId="26606"/>
          <ac:picMkLst>
            <pc:docMk/>
            <pc:sldMk cId="4038696276" sldId="300"/>
            <ac:picMk id="5" creationId="{D438C51C-C5F3-EFC6-E21B-7494E0727EB7}"/>
          </ac:picMkLst>
        </pc:picChg>
      </pc:sldChg>
      <pc:sldChg chg="addSp modSp new mod setBg">
        <pc:chgData name="Olanrewaju, Emmanuel (Student)" userId="856d88a3-a0f5-4502-a208-88adfba07448" providerId="ADAL" clId="{D34ADB89-9553-4F7A-AB9F-7E09DCC0A1DE}" dt="2026-02-17T10:49:29.682" v="466" actId="26606"/>
        <pc:sldMkLst>
          <pc:docMk/>
          <pc:sldMk cId="989772156" sldId="301"/>
        </pc:sldMkLst>
        <pc:spChg chg="mod">
          <ac:chgData name="Olanrewaju, Emmanuel (Student)" userId="856d88a3-a0f5-4502-a208-88adfba07448" providerId="ADAL" clId="{D34ADB89-9553-4F7A-AB9F-7E09DCC0A1DE}" dt="2026-02-17T10:49:29.682" v="466" actId="26606"/>
          <ac:spMkLst>
            <pc:docMk/>
            <pc:sldMk cId="989772156" sldId="301"/>
            <ac:spMk id="2" creationId="{CA6F8C89-0009-EBD5-877B-260AEDBE9606}"/>
          </ac:spMkLst>
        </pc:spChg>
        <pc:spChg chg="mod">
          <ac:chgData name="Olanrewaju, Emmanuel (Student)" userId="856d88a3-a0f5-4502-a208-88adfba07448" providerId="ADAL" clId="{D34ADB89-9553-4F7A-AB9F-7E09DCC0A1DE}" dt="2026-02-17T10:49:29.682" v="466" actId="26606"/>
          <ac:spMkLst>
            <pc:docMk/>
            <pc:sldMk cId="989772156" sldId="301"/>
            <ac:spMk id="3" creationId="{3418D567-63F0-DED4-88C9-B8CE725F3DEA}"/>
          </ac:spMkLst>
        </pc:spChg>
        <pc:picChg chg="add mod">
          <ac:chgData name="Olanrewaju, Emmanuel (Student)" userId="856d88a3-a0f5-4502-a208-88adfba07448" providerId="ADAL" clId="{D34ADB89-9553-4F7A-AB9F-7E09DCC0A1DE}" dt="2026-02-17T10:49:29.682" v="466" actId="26606"/>
          <ac:picMkLst>
            <pc:docMk/>
            <pc:sldMk cId="989772156" sldId="301"/>
            <ac:picMk id="4" creationId="{9C94C7E8-D1AF-5B2B-1D18-61442BCEED8D}"/>
          </ac:picMkLst>
        </pc:picChg>
      </pc:sldChg>
      <pc:sldChg chg="modSp new mod">
        <pc:chgData name="Olanrewaju, Emmanuel (Student)" userId="856d88a3-a0f5-4502-a208-88adfba07448" providerId="ADAL" clId="{D34ADB89-9553-4F7A-AB9F-7E09DCC0A1DE}" dt="2026-02-17T10:58:24.609" v="734" actId="14100"/>
        <pc:sldMkLst>
          <pc:docMk/>
          <pc:sldMk cId="3193266157" sldId="302"/>
        </pc:sldMkLst>
        <pc:spChg chg="mod">
          <ac:chgData name="Olanrewaju, Emmanuel (Student)" userId="856d88a3-a0f5-4502-a208-88adfba07448" providerId="ADAL" clId="{D34ADB89-9553-4F7A-AB9F-7E09DCC0A1DE}" dt="2026-02-17T10:52:20.709" v="492" actId="20577"/>
          <ac:spMkLst>
            <pc:docMk/>
            <pc:sldMk cId="3193266157" sldId="302"/>
            <ac:spMk id="2" creationId="{4BF1D22E-12B6-2BFC-C186-85B5A78BCC54}"/>
          </ac:spMkLst>
        </pc:spChg>
        <pc:spChg chg="mod">
          <ac:chgData name="Olanrewaju, Emmanuel (Student)" userId="856d88a3-a0f5-4502-a208-88adfba07448" providerId="ADAL" clId="{D34ADB89-9553-4F7A-AB9F-7E09DCC0A1DE}" dt="2026-02-17T10:58:24.609" v="734" actId="14100"/>
          <ac:spMkLst>
            <pc:docMk/>
            <pc:sldMk cId="3193266157" sldId="302"/>
            <ac:spMk id="3" creationId="{48499D04-9CE9-386B-E044-3252315FD9AF}"/>
          </ac:spMkLst>
        </pc:spChg>
      </pc:sldChg>
      <pc:sldChg chg="modSp add mod">
        <pc:chgData name="Olanrewaju, Emmanuel (Student)" userId="856d88a3-a0f5-4502-a208-88adfba07448" providerId="ADAL" clId="{D34ADB89-9553-4F7A-AB9F-7E09DCC0A1DE}" dt="2026-02-17T11:01:45.411" v="863"/>
        <pc:sldMkLst>
          <pc:docMk/>
          <pc:sldMk cId="2191712857" sldId="303"/>
        </pc:sldMkLst>
        <pc:spChg chg="mod">
          <ac:chgData name="Olanrewaju, Emmanuel (Student)" userId="856d88a3-a0f5-4502-a208-88adfba07448" providerId="ADAL" clId="{D34ADB89-9553-4F7A-AB9F-7E09DCC0A1DE}" dt="2026-02-17T11:01:45.411" v="863"/>
          <ac:spMkLst>
            <pc:docMk/>
            <pc:sldMk cId="2191712857" sldId="303"/>
            <ac:spMk id="3" creationId="{0BA82255-4B83-6224-988A-0B253B58D634}"/>
          </ac:spMkLst>
        </pc:spChg>
      </pc:sldChg>
      <pc:sldChg chg="addSp delSp modSp new mod setBg">
        <pc:chgData name="Olanrewaju, Emmanuel (Student)" userId="856d88a3-a0f5-4502-a208-88adfba07448" providerId="ADAL" clId="{D34ADB89-9553-4F7A-AB9F-7E09DCC0A1DE}" dt="2026-02-17T11:03:10.208" v="915" actId="26606"/>
        <pc:sldMkLst>
          <pc:docMk/>
          <pc:sldMk cId="4134637993" sldId="304"/>
        </pc:sldMkLst>
        <pc:spChg chg="mod">
          <ac:chgData name="Olanrewaju, Emmanuel (Student)" userId="856d88a3-a0f5-4502-a208-88adfba07448" providerId="ADAL" clId="{D34ADB89-9553-4F7A-AB9F-7E09DCC0A1DE}" dt="2026-02-17T11:03:10.208" v="915" actId="26606"/>
          <ac:spMkLst>
            <pc:docMk/>
            <pc:sldMk cId="4134637993" sldId="304"/>
            <ac:spMk id="2" creationId="{DC961908-17B7-48A2-9679-AA282D53DC4A}"/>
          </ac:spMkLst>
        </pc:spChg>
        <pc:spChg chg="del">
          <ac:chgData name="Olanrewaju, Emmanuel (Student)" userId="856d88a3-a0f5-4502-a208-88adfba07448" providerId="ADAL" clId="{D34ADB89-9553-4F7A-AB9F-7E09DCC0A1DE}" dt="2026-02-17T11:02:39.858" v="913"/>
          <ac:spMkLst>
            <pc:docMk/>
            <pc:sldMk cId="4134637993" sldId="304"/>
            <ac:spMk id="3" creationId="{6B251342-EA55-0D8A-1539-519A83D8885A}"/>
          </ac:spMkLst>
        </pc:spChg>
        <pc:spChg chg="add">
          <ac:chgData name="Olanrewaju, Emmanuel (Student)" userId="856d88a3-a0f5-4502-a208-88adfba07448" providerId="ADAL" clId="{D34ADB89-9553-4F7A-AB9F-7E09DCC0A1DE}" dt="2026-02-17T11:03:10.208" v="915" actId="26606"/>
          <ac:spMkLst>
            <pc:docMk/>
            <pc:sldMk cId="4134637993" sldId="304"/>
            <ac:spMk id="14" creationId="{F7689D68-C339-4D5B-9DAA-E13F6BD4D575}"/>
          </ac:spMkLst>
        </pc:spChg>
        <pc:grpChg chg="add">
          <ac:chgData name="Olanrewaju, Emmanuel (Student)" userId="856d88a3-a0f5-4502-a208-88adfba07448" providerId="ADAL" clId="{D34ADB89-9553-4F7A-AB9F-7E09DCC0A1DE}" dt="2026-02-17T11:03:10.208" v="915" actId="26606"/>
          <ac:grpSpMkLst>
            <pc:docMk/>
            <pc:sldMk cId="4134637993" sldId="304"/>
            <ac:grpSpMk id="10" creationId="{EED2E2BB-3846-41EB-9F1E-92C33C4A8F46}"/>
          </ac:grpSpMkLst>
        </pc:grpChg>
        <pc:picChg chg="add mod ord">
          <ac:chgData name="Olanrewaju, Emmanuel (Student)" userId="856d88a3-a0f5-4502-a208-88adfba07448" providerId="ADAL" clId="{D34ADB89-9553-4F7A-AB9F-7E09DCC0A1DE}" dt="2026-02-17T11:03:10.208" v="915" actId="26606"/>
          <ac:picMkLst>
            <pc:docMk/>
            <pc:sldMk cId="4134637993" sldId="304"/>
            <ac:picMk id="4" creationId="{DBADBF60-72E9-5991-DE2F-023C61146D42}"/>
          </ac:picMkLst>
        </pc:picChg>
        <pc:picChg chg="add mod">
          <ac:chgData name="Olanrewaju, Emmanuel (Student)" userId="856d88a3-a0f5-4502-a208-88adfba07448" providerId="ADAL" clId="{D34ADB89-9553-4F7A-AB9F-7E09DCC0A1DE}" dt="2026-02-17T11:03:10.208" v="915" actId="26606"/>
          <ac:picMkLst>
            <pc:docMk/>
            <pc:sldMk cId="4134637993" sldId="304"/>
            <ac:picMk id="5" creationId="{610317F5-1CB0-EE45-EBB6-8F2EB33F197D}"/>
          </ac:picMkLst>
        </pc:picChg>
      </pc:sldChg>
      <pc:sldChg chg="addSp delSp modSp add mod">
        <pc:chgData name="Olanrewaju, Emmanuel (Student)" userId="856d88a3-a0f5-4502-a208-88adfba07448" providerId="ADAL" clId="{D34ADB89-9553-4F7A-AB9F-7E09DCC0A1DE}" dt="2026-02-17T11:03:57.333" v="921" actId="26606"/>
        <pc:sldMkLst>
          <pc:docMk/>
          <pc:sldMk cId="1788241196" sldId="305"/>
        </pc:sldMkLst>
        <pc:spChg chg="add del mod">
          <ac:chgData name="Olanrewaju, Emmanuel (Student)" userId="856d88a3-a0f5-4502-a208-88adfba07448" providerId="ADAL" clId="{D34ADB89-9553-4F7A-AB9F-7E09DCC0A1DE}" dt="2026-02-17T11:03:53.787" v="920"/>
          <ac:spMkLst>
            <pc:docMk/>
            <pc:sldMk cId="1788241196" sldId="305"/>
            <ac:spMk id="6" creationId="{8609A76E-8F58-9CDC-58D3-8042DBFB0D22}"/>
          </ac:spMkLst>
        </pc:spChg>
        <pc:spChg chg="del">
          <ac:chgData name="Olanrewaju, Emmanuel (Student)" userId="856d88a3-a0f5-4502-a208-88adfba07448" providerId="ADAL" clId="{D34ADB89-9553-4F7A-AB9F-7E09DCC0A1DE}" dt="2026-02-17T11:03:57.333" v="921" actId="26606"/>
          <ac:spMkLst>
            <pc:docMk/>
            <pc:sldMk cId="1788241196" sldId="305"/>
            <ac:spMk id="14" creationId="{73531C9A-8C7A-4135-3E14-D17180DCDE1C}"/>
          </ac:spMkLst>
        </pc:spChg>
        <pc:spChg chg="add">
          <ac:chgData name="Olanrewaju, Emmanuel (Student)" userId="856d88a3-a0f5-4502-a208-88adfba07448" providerId="ADAL" clId="{D34ADB89-9553-4F7A-AB9F-7E09DCC0A1DE}" dt="2026-02-17T11:03:57.333" v="921" actId="26606"/>
          <ac:spMkLst>
            <pc:docMk/>
            <pc:sldMk cId="1788241196" sldId="305"/>
            <ac:spMk id="23" creationId="{F7689D68-C339-4D5B-9DAA-E13F6BD4D575}"/>
          </ac:spMkLst>
        </pc:spChg>
        <pc:grpChg chg="del">
          <ac:chgData name="Olanrewaju, Emmanuel (Student)" userId="856d88a3-a0f5-4502-a208-88adfba07448" providerId="ADAL" clId="{D34ADB89-9553-4F7A-AB9F-7E09DCC0A1DE}" dt="2026-02-17T11:03:57.333" v="921" actId="26606"/>
          <ac:grpSpMkLst>
            <pc:docMk/>
            <pc:sldMk cId="1788241196" sldId="305"/>
            <ac:grpSpMk id="10" creationId="{83240747-EDA4-04BD-AC2F-39D430E595A0}"/>
          </ac:grpSpMkLst>
        </pc:grpChg>
        <pc:grpChg chg="add">
          <ac:chgData name="Olanrewaju, Emmanuel (Student)" userId="856d88a3-a0f5-4502-a208-88adfba07448" providerId="ADAL" clId="{D34ADB89-9553-4F7A-AB9F-7E09DCC0A1DE}" dt="2026-02-17T11:03:57.333" v="921" actId="26606"/>
          <ac:grpSpMkLst>
            <pc:docMk/>
            <pc:sldMk cId="1788241196" sldId="305"/>
            <ac:grpSpMk id="19" creationId="{EED2E2BB-3846-41EB-9F1E-92C33C4A8F46}"/>
          </ac:grpSpMkLst>
        </pc:grpChg>
        <pc:picChg chg="del">
          <ac:chgData name="Olanrewaju, Emmanuel (Student)" userId="856d88a3-a0f5-4502-a208-88adfba07448" providerId="ADAL" clId="{D34ADB89-9553-4F7A-AB9F-7E09DCC0A1DE}" dt="2026-02-17T11:03:36.381" v="917" actId="478"/>
          <ac:picMkLst>
            <pc:docMk/>
            <pc:sldMk cId="1788241196" sldId="305"/>
            <ac:picMk id="4" creationId="{2C0CA4E6-3DFE-59BD-00BB-10A68117EB87}"/>
          </ac:picMkLst>
        </pc:picChg>
        <pc:picChg chg="del">
          <ac:chgData name="Olanrewaju, Emmanuel (Student)" userId="856d88a3-a0f5-4502-a208-88adfba07448" providerId="ADAL" clId="{D34ADB89-9553-4F7A-AB9F-7E09DCC0A1DE}" dt="2026-02-17T11:03:44.516" v="919" actId="478"/>
          <ac:picMkLst>
            <pc:docMk/>
            <pc:sldMk cId="1788241196" sldId="305"/>
            <ac:picMk id="5" creationId="{2E2064EE-22C7-E745-C615-BDC4ACE26914}"/>
          </ac:picMkLst>
        </pc:picChg>
        <pc:picChg chg="add mod ord">
          <ac:chgData name="Olanrewaju, Emmanuel (Student)" userId="856d88a3-a0f5-4502-a208-88adfba07448" providerId="ADAL" clId="{D34ADB89-9553-4F7A-AB9F-7E09DCC0A1DE}" dt="2026-02-17T11:03:57.333" v="921" actId="26606"/>
          <ac:picMkLst>
            <pc:docMk/>
            <pc:sldMk cId="1788241196" sldId="305"/>
            <ac:picMk id="7" creationId="{91877C57-8E01-32D1-37AE-0019A70787C7}"/>
          </ac:picMkLst>
        </pc:picChg>
        <pc:picChg chg="add mod">
          <ac:chgData name="Olanrewaju, Emmanuel (Student)" userId="856d88a3-a0f5-4502-a208-88adfba07448" providerId="ADAL" clId="{D34ADB89-9553-4F7A-AB9F-7E09DCC0A1DE}" dt="2026-02-17T11:03:57.333" v="921" actId="26606"/>
          <ac:picMkLst>
            <pc:docMk/>
            <pc:sldMk cId="1788241196" sldId="305"/>
            <ac:picMk id="8" creationId="{2DD4CF95-B975-7B96-5364-1B75D1021DC7}"/>
          </ac:picMkLst>
        </pc:picChg>
      </pc:sldChg>
      <pc:sldChg chg="addSp delSp modSp new mod setBg setClrOvrMap">
        <pc:chgData name="Olanrewaju, Emmanuel (Student)" userId="856d88a3-a0f5-4502-a208-88adfba07448" providerId="ADAL" clId="{D34ADB89-9553-4F7A-AB9F-7E09DCC0A1DE}" dt="2026-02-17T11:05:19.864" v="994" actId="26606"/>
        <pc:sldMkLst>
          <pc:docMk/>
          <pc:sldMk cId="1228942095" sldId="306"/>
        </pc:sldMkLst>
        <pc:spChg chg="mod">
          <ac:chgData name="Olanrewaju, Emmanuel (Student)" userId="856d88a3-a0f5-4502-a208-88adfba07448" providerId="ADAL" clId="{D34ADB89-9553-4F7A-AB9F-7E09DCC0A1DE}" dt="2026-02-17T11:05:19.864" v="994" actId="26606"/>
          <ac:spMkLst>
            <pc:docMk/>
            <pc:sldMk cId="1228942095" sldId="306"/>
            <ac:spMk id="2" creationId="{54900AFB-5AED-BCA6-A8EE-AD435F2C39A6}"/>
          </ac:spMkLst>
        </pc:spChg>
        <pc:spChg chg="del">
          <ac:chgData name="Olanrewaju, Emmanuel (Student)" userId="856d88a3-a0f5-4502-a208-88adfba07448" providerId="ADAL" clId="{D34ADB89-9553-4F7A-AB9F-7E09DCC0A1DE}" dt="2026-02-17T11:04:29.848" v="923"/>
          <ac:spMkLst>
            <pc:docMk/>
            <pc:sldMk cId="1228942095" sldId="306"/>
            <ac:spMk id="3" creationId="{254EE5FC-5F48-954F-A08F-AA6839B27D83}"/>
          </ac:spMkLst>
        </pc:spChg>
        <pc:spChg chg="add">
          <ac:chgData name="Olanrewaju, Emmanuel (Student)" userId="856d88a3-a0f5-4502-a208-88adfba07448" providerId="ADAL" clId="{D34ADB89-9553-4F7A-AB9F-7E09DCC0A1DE}" dt="2026-02-17T11:05:19.864" v="994" actId="26606"/>
          <ac:spMkLst>
            <pc:docMk/>
            <pc:sldMk cId="1228942095" sldId="306"/>
            <ac:spMk id="13" creationId="{B8144315-1C5A-4185-A952-25D98D303D46}"/>
          </ac:spMkLst>
        </pc:spChg>
        <pc:spChg chg="add">
          <ac:chgData name="Olanrewaju, Emmanuel (Student)" userId="856d88a3-a0f5-4502-a208-88adfba07448" providerId="ADAL" clId="{D34ADB89-9553-4F7A-AB9F-7E09DCC0A1DE}" dt="2026-02-17T11:05:19.864" v="994" actId="26606"/>
          <ac:spMkLst>
            <pc:docMk/>
            <pc:sldMk cId="1228942095" sldId="306"/>
            <ac:spMk id="15" creationId="{31D248D0-90D8-4EAF-84EE-DA3868518829}"/>
          </ac:spMkLst>
        </pc:spChg>
        <pc:spChg chg="add">
          <ac:chgData name="Olanrewaju, Emmanuel (Student)" userId="856d88a3-a0f5-4502-a208-88adfba07448" providerId="ADAL" clId="{D34ADB89-9553-4F7A-AB9F-7E09DCC0A1DE}" dt="2026-02-17T11:05:19.864" v="994" actId="26606"/>
          <ac:spMkLst>
            <pc:docMk/>
            <pc:sldMk cId="1228942095" sldId="306"/>
            <ac:spMk id="17" creationId="{0775805F-9E56-4330-9EA3-04D38DCEC3F1}"/>
          </ac:spMkLst>
        </pc:spChg>
        <pc:grpChg chg="add">
          <ac:chgData name="Olanrewaju, Emmanuel (Student)" userId="856d88a3-a0f5-4502-a208-88adfba07448" providerId="ADAL" clId="{D34ADB89-9553-4F7A-AB9F-7E09DCC0A1DE}" dt="2026-02-17T11:05:19.864" v="994" actId="26606"/>
          <ac:grpSpMkLst>
            <pc:docMk/>
            <pc:sldMk cId="1228942095" sldId="306"/>
            <ac:grpSpMk id="9" creationId="{4091D54B-59AB-4A5E-8E9E-0421BD66D4FB}"/>
          </ac:grpSpMkLst>
        </pc:grpChg>
        <pc:picChg chg="add mod">
          <ac:chgData name="Olanrewaju, Emmanuel (Student)" userId="856d88a3-a0f5-4502-a208-88adfba07448" providerId="ADAL" clId="{D34ADB89-9553-4F7A-AB9F-7E09DCC0A1DE}" dt="2026-02-17T11:05:19.864" v="994" actId="26606"/>
          <ac:picMkLst>
            <pc:docMk/>
            <pc:sldMk cId="1228942095" sldId="306"/>
            <ac:picMk id="4" creationId="{190A5A55-5A13-DF04-45BD-51DFD003D31F}"/>
          </ac:picMkLst>
        </pc:picChg>
      </pc:sldChg>
      <pc:sldChg chg="addSp modSp new mod setBg setClrOvrMap">
        <pc:chgData name="Olanrewaju, Emmanuel (Student)" userId="856d88a3-a0f5-4502-a208-88adfba07448" providerId="ADAL" clId="{D34ADB89-9553-4F7A-AB9F-7E09DCC0A1DE}" dt="2026-02-17T11:07:07.247" v="1010" actId="26606"/>
        <pc:sldMkLst>
          <pc:docMk/>
          <pc:sldMk cId="2018411384" sldId="307"/>
        </pc:sldMkLst>
        <pc:spChg chg="mod">
          <ac:chgData name="Olanrewaju, Emmanuel (Student)" userId="856d88a3-a0f5-4502-a208-88adfba07448" providerId="ADAL" clId="{D34ADB89-9553-4F7A-AB9F-7E09DCC0A1DE}" dt="2026-02-17T11:07:07.247" v="1010" actId="26606"/>
          <ac:spMkLst>
            <pc:docMk/>
            <pc:sldMk cId="2018411384" sldId="307"/>
            <ac:spMk id="2" creationId="{DD5C0858-3869-B3AC-793B-BCC99D8A7FCB}"/>
          </ac:spMkLst>
        </pc:spChg>
        <pc:spChg chg="mod ord">
          <ac:chgData name="Olanrewaju, Emmanuel (Student)" userId="856d88a3-a0f5-4502-a208-88adfba07448" providerId="ADAL" clId="{D34ADB89-9553-4F7A-AB9F-7E09DCC0A1DE}" dt="2026-02-17T11:07:07.247" v="1010" actId="26606"/>
          <ac:spMkLst>
            <pc:docMk/>
            <pc:sldMk cId="2018411384" sldId="307"/>
            <ac:spMk id="3" creationId="{C5622AD4-F4CF-DB1C-631E-234D3AF421F5}"/>
          </ac:spMkLst>
        </pc:spChg>
        <pc:spChg chg="add">
          <ac:chgData name="Olanrewaju, Emmanuel (Student)" userId="856d88a3-a0f5-4502-a208-88adfba07448" providerId="ADAL" clId="{D34ADB89-9553-4F7A-AB9F-7E09DCC0A1DE}" dt="2026-02-17T11:07:07.247" v="1010" actId="26606"/>
          <ac:spMkLst>
            <pc:docMk/>
            <pc:sldMk cId="2018411384" sldId="307"/>
            <ac:spMk id="9" creationId="{643780CE-2BE5-46F6-97B2-60DF30217ED3}"/>
          </ac:spMkLst>
        </pc:spChg>
        <pc:spChg chg="add">
          <ac:chgData name="Olanrewaju, Emmanuel (Student)" userId="856d88a3-a0f5-4502-a208-88adfba07448" providerId="ADAL" clId="{D34ADB89-9553-4F7A-AB9F-7E09DCC0A1DE}" dt="2026-02-17T11:07:07.247" v="1010" actId="26606"/>
          <ac:spMkLst>
            <pc:docMk/>
            <pc:sldMk cId="2018411384" sldId="307"/>
            <ac:spMk id="11" creationId="{61A87A49-68E6-459E-A5A6-46229FF42125}"/>
          </ac:spMkLst>
        </pc:spChg>
        <pc:spChg chg="add">
          <ac:chgData name="Olanrewaju, Emmanuel (Student)" userId="856d88a3-a0f5-4502-a208-88adfba07448" providerId="ADAL" clId="{D34ADB89-9553-4F7A-AB9F-7E09DCC0A1DE}" dt="2026-02-17T11:07:07.247" v="1010" actId="26606"/>
          <ac:spMkLst>
            <pc:docMk/>
            <pc:sldMk cId="2018411384" sldId="307"/>
            <ac:spMk id="13" creationId="{F6ACD5FC-CAFE-48EB-B765-60EED2E052F0}"/>
          </ac:spMkLst>
        </pc:spChg>
        <pc:spChg chg="add">
          <ac:chgData name="Olanrewaju, Emmanuel (Student)" userId="856d88a3-a0f5-4502-a208-88adfba07448" providerId="ADAL" clId="{D34ADB89-9553-4F7A-AB9F-7E09DCC0A1DE}" dt="2026-02-17T11:07:07.247" v="1010" actId="26606"/>
          <ac:spMkLst>
            <pc:docMk/>
            <pc:sldMk cId="2018411384" sldId="307"/>
            <ac:spMk id="15" creationId="{9F33B405-D785-4738-B1C0-6A0AA5E98286}"/>
          </ac:spMkLst>
        </pc:spChg>
        <pc:spChg chg="add">
          <ac:chgData name="Olanrewaju, Emmanuel (Student)" userId="856d88a3-a0f5-4502-a208-88adfba07448" providerId="ADAL" clId="{D34ADB89-9553-4F7A-AB9F-7E09DCC0A1DE}" dt="2026-02-17T11:07:07.247" v="1010" actId="26606"/>
          <ac:spMkLst>
            <pc:docMk/>
            <pc:sldMk cId="2018411384" sldId="307"/>
            <ac:spMk id="17" creationId="{4233DC0E-DE6C-4FB6-A529-51B162641AB8}"/>
          </ac:spMkLst>
        </pc:spChg>
        <pc:spChg chg="add">
          <ac:chgData name="Olanrewaju, Emmanuel (Student)" userId="856d88a3-a0f5-4502-a208-88adfba07448" providerId="ADAL" clId="{D34ADB89-9553-4F7A-AB9F-7E09DCC0A1DE}" dt="2026-02-17T11:07:07.247" v="1010" actId="26606"/>
          <ac:spMkLst>
            <pc:docMk/>
            <pc:sldMk cId="2018411384" sldId="307"/>
            <ac:spMk id="19" creationId="{3870477F-E451-4BC3-863F-0E2FC572884B}"/>
          </ac:spMkLst>
        </pc:spChg>
        <pc:spChg chg="add">
          <ac:chgData name="Olanrewaju, Emmanuel (Student)" userId="856d88a3-a0f5-4502-a208-88adfba07448" providerId="ADAL" clId="{D34ADB89-9553-4F7A-AB9F-7E09DCC0A1DE}" dt="2026-02-17T11:07:07.247" v="1010" actId="26606"/>
          <ac:spMkLst>
            <pc:docMk/>
            <pc:sldMk cId="2018411384" sldId="307"/>
            <ac:spMk id="21" creationId="{B4A81DE1-E2BC-4A31-99EE-71350421B0EA}"/>
          </ac:spMkLst>
        </pc:spChg>
        <pc:picChg chg="add mod">
          <ac:chgData name="Olanrewaju, Emmanuel (Student)" userId="856d88a3-a0f5-4502-a208-88adfba07448" providerId="ADAL" clId="{D34ADB89-9553-4F7A-AB9F-7E09DCC0A1DE}" dt="2026-02-17T11:07:07.247" v="1010" actId="26606"/>
          <ac:picMkLst>
            <pc:docMk/>
            <pc:sldMk cId="2018411384" sldId="307"/>
            <ac:picMk id="4" creationId="{9234614D-0A49-DFF1-4D83-6956C81667E0}"/>
          </ac:picMkLst>
        </pc:picChg>
      </pc:sldChg>
      <pc:sldChg chg="modSp new mod">
        <pc:chgData name="Olanrewaju, Emmanuel (Student)" userId="856d88a3-a0f5-4502-a208-88adfba07448" providerId="ADAL" clId="{D34ADB89-9553-4F7A-AB9F-7E09DCC0A1DE}" dt="2026-02-17T11:23:35.976" v="1160" actId="20577"/>
        <pc:sldMkLst>
          <pc:docMk/>
          <pc:sldMk cId="2535316186" sldId="308"/>
        </pc:sldMkLst>
        <pc:spChg chg="mod">
          <ac:chgData name="Olanrewaju, Emmanuel (Student)" userId="856d88a3-a0f5-4502-a208-88adfba07448" providerId="ADAL" clId="{D34ADB89-9553-4F7A-AB9F-7E09DCC0A1DE}" dt="2026-02-17T11:07:39.912" v="1036" actId="20577"/>
          <ac:spMkLst>
            <pc:docMk/>
            <pc:sldMk cId="2535316186" sldId="308"/>
            <ac:spMk id="2" creationId="{6FE96102-32F3-1154-40BF-E0A5DE478659}"/>
          </ac:spMkLst>
        </pc:spChg>
        <pc:spChg chg="mod">
          <ac:chgData name="Olanrewaju, Emmanuel (Student)" userId="856d88a3-a0f5-4502-a208-88adfba07448" providerId="ADAL" clId="{D34ADB89-9553-4F7A-AB9F-7E09DCC0A1DE}" dt="2026-02-17T11:23:35.976" v="1160" actId="20577"/>
          <ac:spMkLst>
            <pc:docMk/>
            <pc:sldMk cId="2535316186" sldId="308"/>
            <ac:spMk id="3" creationId="{28C15236-8AD4-6BD2-9954-80BA6A261358}"/>
          </ac:spMkLst>
        </pc:spChg>
      </pc:sldChg>
      <pc:sldChg chg="modSp new mod">
        <pc:chgData name="Olanrewaju, Emmanuel (Student)" userId="856d88a3-a0f5-4502-a208-88adfba07448" providerId="ADAL" clId="{D34ADB89-9553-4F7A-AB9F-7E09DCC0A1DE}" dt="2026-02-17T11:09:51.068" v="1055" actId="20577"/>
        <pc:sldMkLst>
          <pc:docMk/>
          <pc:sldMk cId="1561518058" sldId="309"/>
        </pc:sldMkLst>
        <pc:spChg chg="mod">
          <ac:chgData name="Olanrewaju, Emmanuel (Student)" userId="856d88a3-a0f5-4502-a208-88adfba07448" providerId="ADAL" clId="{D34ADB89-9553-4F7A-AB9F-7E09DCC0A1DE}" dt="2026-02-17T11:09:34.717" v="1051" actId="20577"/>
          <ac:spMkLst>
            <pc:docMk/>
            <pc:sldMk cId="1561518058" sldId="309"/>
            <ac:spMk id="2" creationId="{2A362EC7-CD76-5B55-4DA7-BA94216BFDFB}"/>
          </ac:spMkLst>
        </pc:spChg>
        <pc:spChg chg="mod">
          <ac:chgData name="Olanrewaju, Emmanuel (Student)" userId="856d88a3-a0f5-4502-a208-88adfba07448" providerId="ADAL" clId="{D34ADB89-9553-4F7A-AB9F-7E09DCC0A1DE}" dt="2026-02-17T11:09:51.068" v="1055" actId="20577"/>
          <ac:spMkLst>
            <pc:docMk/>
            <pc:sldMk cId="1561518058" sldId="309"/>
            <ac:spMk id="3" creationId="{7B83393C-9380-9CA8-5F65-54DD0F84C32B}"/>
          </ac:spMkLst>
        </pc:spChg>
      </pc:sldChg>
      <pc:sldChg chg="modSp new mod">
        <pc:chgData name="Olanrewaju, Emmanuel (Student)" userId="856d88a3-a0f5-4502-a208-88adfba07448" providerId="ADAL" clId="{D34ADB89-9553-4F7A-AB9F-7E09DCC0A1DE}" dt="2026-02-17T11:10:51.740" v="1108" actId="20577"/>
        <pc:sldMkLst>
          <pc:docMk/>
          <pc:sldMk cId="4061594205" sldId="310"/>
        </pc:sldMkLst>
        <pc:spChg chg="mod">
          <ac:chgData name="Olanrewaju, Emmanuel (Student)" userId="856d88a3-a0f5-4502-a208-88adfba07448" providerId="ADAL" clId="{D34ADB89-9553-4F7A-AB9F-7E09DCC0A1DE}" dt="2026-02-17T11:10:12.068" v="1082" actId="20577"/>
          <ac:spMkLst>
            <pc:docMk/>
            <pc:sldMk cId="4061594205" sldId="310"/>
            <ac:spMk id="2" creationId="{A7AC991B-A2C5-AFB7-7999-20E73C1ACFA8}"/>
          </ac:spMkLst>
        </pc:spChg>
        <pc:spChg chg="mod">
          <ac:chgData name="Olanrewaju, Emmanuel (Student)" userId="856d88a3-a0f5-4502-a208-88adfba07448" providerId="ADAL" clId="{D34ADB89-9553-4F7A-AB9F-7E09DCC0A1DE}" dt="2026-02-17T11:10:51.740" v="1108" actId="20577"/>
          <ac:spMkLst>
            <pc:docMk/>
            <pc:sldMk cId="4061594205" sldId="310"/>
            <ac:spMk id="3" creationId="{021562EE-E723-1F50-4467-1B78C247A5BB}"/>
          </ac:spMkLst>
        </pc:spChg>
      </pc:sldChg>
      <pc:sldChg chg="modSp new mod">
        <pc:chgData name="Olanrewaju, Emmanuel (Student)" userId="856d88a3-a0f5-4502-a208-88adfba07448" providerId="ADAL" clId="{D34ADB89-9553-4F7A-AB9F-7E09DCC0A1DE}" dt="2026-02-17T14:04:18.943" v="1274" actId="5793"/>
        <pc:sldMkLst>
          <pc:docMk/>
          <pc:sldMk cId="2449908832" sldId="311"/>
        </pc:sldMkLst>
        <pc:spChg chg="mod">
          <ac:chgData name="Olanrewaju, Emmanuel (Student)" userId="856d88a3-a0f5-4502-a208-88adfba07448" providerId="ADAL" clId="{D34ADB89-9553-4F7A-AB9F-7E09DCC0A1DE}" dt="2026-02-17T11:10:42.168" v="1106" actId="20577"/>
          <ac:spMkLst>
            <pc:docMk/>
            <pc:sldMk cId="2449908832" sldId="311"/>
            <ac:spMk id="2" creationId="{F80C830A-81F8-0679-7348-E8B048313142}"/>
          </ac:spMkLst>
        </pc:spChg>
        <pc:spChg chg="mod">
          <ac:chgData name="Olanrewaju, Emmanuel (Student)" userId="856d88a3-a0f5-4502-a208-88adfba07448" providerId="ADAL" clId="{D34ADB89-9553-4F7A-AB9F-7E09DCC0A1DE}" dt="2026-02-17T14:04:18.943" v="1274" actId="5793"/>
          <ac:spMkLst>
            <pc:docMk/>
            <pc:sldMk cId="2449908832" sldId="311"/>
            <ac:spMk id="3" creationId="{5AD938DE-2555-4DD0-3127-D1A20DFEBCA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745FF6-FD72-4B38-8D1E-D56B50D51B8E}" type="doc">
      <dgm:prSet loTypeId="urn:microsoft.com/office/officeart/2005/8/layout/orgChart1" loCatId="hierarchy" qsTypeId="urn:microsoft.com/office/officeart/2005/8/quickstyle/simple4" qsCatId="simple" csTypeId="urn:microsoft.com/office/officeart/2005/8/colors/accent1_2" csCatId="accent1"/>
      <dgm:spPr/>
      <dgm:t>
        <a:bodyPr/>
        <a:lstStyle/>
        <a:p>
          <a:endParaRPr lang="en-US"/>
        </a:p>
      </dgm:t>
    </dgm:pt>
    <dgm:pt modelId="{9515121C-286D-4E1A-82D0-9A7A9F7D171A}">
      <dgm:prSet/>
      <dgm:spPr/>
      <dgm:t>
        <a:bodyPr/>
        <a:lstStyle/>
        <a:p>
          <a:r>
            <a:rPr lang="en-GB"/>
            <a:t>RapidMiner installed</a:t>
          </a:r>
          <a:endParaRPr lang="en-US"/>
        </a:p>
      </dgm:t>
    </dgm:pt>
    <dgm:pt modelId="{0214081B-E50F-4B3F-801A-8587A02A77DE}" type="parTrans" cxnId="{25EEC90C-E474-4075-A197-FFF7079F826B}">
      <dgm:prSet/>
      <dgm:spPr/>
      <dgm:t>
        <a:bodyPr/>
        <a:lstStyle/>
        <a:p>
          <a:endParaRPr lang="en-US"/>
        </a:p>
      </dgm:t>
    </dgm:pt>
    <dgm:pt modelId="{878300AF-5ED0-49BA-8008-ECDC306F06CF}" type="sibTrans" cxnId="{25EEC90C-E474-4075-A197-FFF7079F826B}">
      <dgm:prSet/>
      <dgm:spPr/>
      <dgm:t>
        <a:bodyPr/>
        <a:lstStyle/>
        <a:p>
          <a:endParaRPr lang="en-US"/>
        </a:p>
      </dgm:t>
    </dgm:pt>
    <dgm:pt modelId="{7A285909-5741-4E70-B9E0-7A1D4FA665CD}">
      <dgm:prSet/>
      <dgm:spPr/>
      <dgm:t>
        <a:bodyPr/>
        <a:lstStyle/>
        <a:p>
          <a:r>
            <a:rPr lang="en-GB"/>
            <a:t>I started playing around with d3.js and have seen how it connects to the HTML file</a:t>
          </a:r>
          <a:endParaRPr lang="en-US"/>
        </a:p>
      </dgm:t>
    </dgm:pt>
    <dgm:pt modelId="{157E3D19-35B8-436D-BA40-F1C9673E7054}" type="parTrans" cxnId="{381DD55D-13A2-4E58-AD86-913FD09E6C7C}">
      <dgm:prSet/>
      <dgm:spPr/>
      <dgm:t>
        <a:bodyPr/>
        <a:lstStyle/>
        <a:p>
          <a:endParaRPr lang="en-US"/>
        </a:p>
      </dgm:t>
    </dgm:pt>
    <dgm:pt modelId="{C2105568-7F89-4820-9F52-5A9D4513CD4A}" type="sibTrans" cxnId="{381DD55D-13A2-4E58-AD86-913FD09E6C7C}">
      <dgm:prSet/>
      <dgm:spPr/>
      <dgm:t>
        <a:bodyPr/>
        <a:lstStyle/>
        <a:p>
          <a:endParaRPr lang="en-US"/>
        </a:p>
      </dgm:t>
    </dgm:pt>
    <dgm:pt modelId="{A09A5F3A-AC9B-4F36-86A1-F444A3A58706}">
      <dgm:prSet/>
      <dgm:spPr/>
      <dgm:t>
        <a:bodyPr/>
        <a:lstStyle/>
        <a:p>
          <a:r>
            <a:rPr lang="en-GB"/>
            <a:t>Industry visualization requirements</a:t>
          </a:r>
          <a:endParaRPr lang="en-US"/>
        </a:p>
      </dgm:t>
    </dgm:pt>
    <dgm:pt modelId="{A590C1EB-2FCB-4428-83F1-E330C42C5BE1}" type="parTrans" cxnId="{75CE33CF-E923-4D7F-A0AB-3FA6E926389D}">
      <dgm:prSet/>
      <dgm:spPr/>
      <dgm:t>
        <a:bodyPr/>
        <a:lstStyle/>
        <a:p>
          <a:endParaRPr lang="en-US"/>
        </a:p>
      </dgm:t>
    </dgm:pt>
    <dgm:pt modelId="{3BFEAB16-A657-4856-A126-389549BFDC5B}" type="sibTrans" cxnId="{75CE33CF-E923-4D7F-A0AB-3FA6E926389D}">
      <dgm:prSet/>
      <dgm:spPr/>
      <dgm:t>
        <a:bodyPr/>
        <a:lstStyle/>
        <a:p>
          <a:endParaRPr lang="en-US"/>
        </a:p>
      </dgm:t>
    </dgm:pt>
    <dgm:pt modelId="{22C00128-747F-415A-82E7-A97F2B63F89A}">
      <dgm:prSet/>
      <dgm:spPr/>
      <dgm:t>
        <a:bodyPr/>
        <a:lstStyle/>
        <a:p>
          <a:r>
            <a:rPr lang="en-GB"/>
            <a:t>Skills needed to complete this project</a:t>
          </a:r>
          <a:endParaRPr lang="en-US"/>
        </a:p>
      </dgm:t>
    </dgm:pt>
    <dgm:pt modelId="{C1F74C19-FA9B-40E3-B557-4956A78D2B66}" type="parTrans" cxnId="{99718A3F-2A4D-4D13-A75E-BD01E0F30155}">
      <dgm:prSet/>
      <dgm:spPr/>
      <dgm:t>
        <a:bodyPr/>
        <a:lstStyle/>
        <a:p>
          <a:endParaRPr lang="en-US"/>
        </a:p>
      </dgm:t>
    </dgm:pt>
    <dgm:pt modelId="{582B76C7-9B6A-4655-9409-39EC5E5F0C08}" type="sibTrans" cxnId="{99718A3F-2A4D-4D13-A75E-BD01E0F30155}">
      <dgm:prSet/>
      <dgm:spPr/>
      <dgm:t>
        <a:bodyPr/>
        <a:lstStyle/>
        <a:p>
          <a:endParaRPr lang="en-US"/>
        </a:p>
      </dgm:t>
    </dgm:pt>
    <dgm:pt modelId="{73ED796E-BCC0-4BCD-A538-0B9BB7AE6DD0}">
      <dgm:prSet/>
      <dgm:spPr/>
      <dgm:t>
        <a:bodyPr/>
        <a:lstStyle/>
        <a:p>
          <a:r>
            <a:rPr lang="en-GB"/>
            <a:t>Studied several papers</a:t>
          </a:r>
          <a:endParaRPr lang="en-US"/>
        </a:p>
      </dgm:t>
    </dgm:pt>
    <dgm:pt modelId="{C83FB9EF-B80D-4F2D-A321-FA937A78906B}" type="parTrans" cxnId="{FFF5EEFF-7A06-49F3-B494-95EC1EDC922A}">
      <dgm:prSet/>
      <dgm:spPr/>
      <dgm:t>
        <a:bodyPr/>
        <a:lstStyle/>
        <a:p>
          <a:endParaRPr lang="en-US"/>
        </a:p>
      </dgm:t>
    </dgm:pt>
    <dgm:pt modelId="{F7D67462-B336-42C8-AA74-0F8AC757C81A}" type="sibTrans" cxnId="{FFF5EEFF-7A06-49F3-B494-95EC1EDC922A}">
      <dgm:prSet/>
      <dgm:spPr/>
      <dgm:t>
        <a:bodyPr/>
        <a:lstStyle/>
        <a:p>
          <a:endParaRPr lang="en-US"/>
        </a:p>
      </dgm:t>
    </dgm:pt>
    <dgm:pt modelId="{4457DA6C-4BB6-4FC1-A477-6989048A0475}" type="pres">
      <dgm:prSet presAssocID="{AC745FF6-FD72-4B38-8D1E-D56B50D51B8E}" presName="hierChild1" presStyleCnt="0">
        <dgm:presLayoutVars>
          <dgm:orgChart val="1"/>
          <dgm:chPref val="1"/>
          <dgm:dir/>
          <dgm:animOne val="branch"/>
          <dgm:animLvl val="lvl"/>
          <dgm:resizeHandles/>
        </dgm:presLayoutVars>
      </dgm:prSet>
      <dgm:spPr/>
    </dgm:pt>
    <dgm:pt modelId="{43DA208F-0D2A-41F2-A438-61548ECBE921}" type="pres">
      <dgm:prSet presAssocID="{9515121C-286D-4E1A-82D0-9A7A9F7D171A}" presName="hierRoot1" presStyleCnt="0">
        <dgm:presLayoutVars>
          <dgm:hierBranch val="init"/>
        </dgm:presLayoutVars>
      </dgm:prSet>
      <dgm:spPr/>
    </dgm:pt>
    <dgm:pt modelId="{90DD2903-0631-4C72-B46E-3E6A59A37B57}" type="pres">
      <dgm:prSet presAssocID="{9515121C-286D-4E1A-82D0-9A7A9F7D171A}" presName="rootComposite1" presStyleCnt="0"/>
      <dgm:spPr/>
    </dgm:pt>
    <dgm:pt modelId="{198C24C7-9224-4BFB-9D4C-6AE3031B2BEF}" type="pres">
      <dgm:prSet presAssocID="{9515121C-286D-4E1A-82D0-9A7A9F7D171A}" presName="rootText1" presStyleLbl="node0" presStyleIdx="0" presStyleCnt="5">
        <dgm:presLayoutVars>
          <dgm:chPref val="3"/>
        </dgm:presLayoutVars>
      </dgm:prSet>
      <dgm:spPr/>
    </dgm:pt>
    <dgm:pt modelId="{0B40829B-F6B2-454F-8294-3C1B9F08FD5F}" type="pres">
      <dgm:prSet presAssocID="{9515121C-286D-4E1A-82D0-9A7A9F7D171A}" presName="rootConnector1" presStyleLbl="node1" presStyleIdx="0" presStyleCnt="0"/>
      <dgm:spPr/>
    </dgm:pt>
    <dgm:pt modelId="{BA4A7DF5-DD55-445C-8BA9-815AE3F8E0A8}" type="pres">
      <dgm:prSet presAssocID="{9515121C-286D-4E1A-82D0-9A7A9F7D171A}" presName="hierChild2" presStyleCnt="0"/>
      <dgm:spPr/>
    </dgm:pt>
    <dgm:pt modelId="{AEDF2FA7-B133-4DE1-84BD-C09D6FFF4752}" type="pres">
      <dgm:prSet presAssocID="{9515121C-286D-4E1A-82D0-9A7A9F7D171A}" presName="hierChild3" presStyleCnt="0"/>
      <dgm:spPr/>
    </dgm:pt>
    <dgm:pt modelId="{D5708175-FFB1-498C-9A7C-7C5F47FAE49C}" type="pres">
      <dgm:prSet presAssocID="{7A285909-5741-4E70-B9E0-7A1D4FA665CD}" presName="hierRoot1" presStyleCnt="0">
        <dgm:presLayoutVars>
          <dgm:hierBranch val="init"/>
        </dgm:presLayoutVars>
      </dgm:prSet>
      <dgm:spPr/>
    </dgm:pt>
    <dgm:pt modelId="{AF1BD44A-86AF-42C1-9438-81386279B484}" type="pres">
      <dgm:prSet presAssocID="{7A285909-5741-4E70-B9E0-7A1D4FA665CD}" presName="rootComposite1" presStyleCnt="0"/>
      <dgm:spPr/>
    </dgm:pt>
    <dgm:pt modelId="{21CCCC8D-3F80-4A52-8809-B3DB6EC12619}" type="pres">
      <dgm:prSet presAssocID="{7A285909-5741-4E70-B9E0-7A1D4FA665CD}" presName="rootText1" presStyleLbl="node0" presStyleIdx="1" presStyleCnt="5">
        <dgm:presLayoutVars>
          <dgm:chPref val="3"/>
        </dgm:presLayoutVars>
      </dgm:prSet>
      <dgm:spPr/>
    </dgm:pt>
    <dgm:pt modelId="{C529EE7B-6991-46E4-B9BC-2F4BF2FF2FAD}" type="pres">
      <dgm:prSet presAssocID="{7A285909-5741-4E70-B9E0-7A1D4FA665CD}" presName="rootConnector1" presStyleLbl="node1" presStyleIdx="0" presStyleCnt="0"/>
      <dgm:spPr/>
    </dgm:pt>
    <dgm:pt modelId="{74F0A4D1-88F8-4832-8E47-721A5C162054}" type="pres">
      <dgm:prSet presAssocID="{7A285909-5741-4E70-B9E0-7A1D4FA665CD}" presName="hierChild2" presStyleCnt="0"/>
      <dgm:spPr/>
    </dgm:pt>
    <dgm:pt modelId="{BE63E90D-1BE8-4F06-A1AC-90D542178DA2}" type="pres">
      <dgm:prSet presAssocID="{7A285909-5741-4E70-B9E0-7A1D4FA665CD}" presName="hierChild3" presStyleCnt="0"/>
      <dgm:spPr/>
    </dgm:pt>
    <dgm:pt modelId="{286D11A6-1E06-4FBB-86F2-DB0AB7BD5645}" type="pres">
      <dgm:prSet presAssocID="{A09A5F3A-AC9B-4F36-86A1-F444A3A58706}" presName="hierRoot1" presStyleCnt="0">
        <dgm:presLayoutVars>
          <dgm:hierBranch val="init"/>
        </dgm:presLayoutVars>
      </dgm:prSet>
      <dgm:spPr/>
    </dgm:pt>
    <dgm:pt modelId="{5D51E383-DB54-414F-8183-DDB0E80B67CF}" type="pres">
      <dgm:prSet presAssocID="{A09A5F3A-AC9B-4F36-86A1-F444A3A58706}" presName="rootComposite1" presStyleCnt="0"/>
      <dgm:spPr/>
    </dgm:pt>
    <dgm:pt modelId="{2D1B9215-C2ED-432C-840C-29FB93211D28}" type="pres">
      <dgm:prSet presAssocID="{A09A5F3A-AC9B-4F36-86A1-F444A3A58706}" presName="rootText1" presStyleLbl="node0" presStyleIdx="2" presStyleCnt="5">
        <dgm:presLayoutVars>
          <dgm:chPref val="3"/>
        </dgm:presLayoutVars>
      </dgm:prSet>
      <dgm:spPr/>
    </dgm:pt>
    <dgm:pt modelId="{5F965732-84C5-4AC7-98FB-84BC388022D6}" type="pres">
      <dgm:prSet presAssocID="{A09A5F3A-AC9B-4F36-86A1-F444A3A58706}" presName="rootConnector1" presStyleLbl="node1" presStyleIdx="0" presStyleCnt="0"/>
      <dgm:spPr/>
    </dgm:pt>
    <dgm:pt modelId="{F9E557B9-C7BF-4FC1-A52A-5068425D2BA8}" type="pres">
      <dgm:prSet presAssocID="{A09A5F3A-AC9B-4F36-86A1-F444A3A58706}" presName="hierChild2" presStyleCnt="0"/>
      <dgm:spPr/>
    </dgm:pt>
    <dgm:pt modelId="{D4D06340-824B-42F6-95F3-68013B9C974B}" type="pres">
      <dgm:prSet presAssocID="{A09A5F3A-AC9B-4F36-86A1-F444A3A58706}" presName="hierChild3" presStyleCnt="0"/>
      <dgm:spPr/>
    </dgm:pt>
    <dgm:pt modelId="{1DD5D000-C199-4C39-949E-3073C1290203}" type="pres">
      <dgm:prSet presAssocID="{22C00128-747F-415A-82E7-A97F2B63F89A}" presName="hierRoot1" presStyleCnt="0">
        <dgm:presLayoutVars>
          <dgm:hierBranch val="init"/>
        </dgm:presLayoutVars>
      </dgm:prSet>
      <dgm:spPr/>
    </dgm:pt>
    <dgm:pt modelId="{8A5266B3-A2A8-491D-A97B-AFC76D1CDAB9}" type="pres">
      <dgm:prSet presAssocID="{22C00128-747F-415A-82E7-A97F2B63F89A}" presName="rootComposite1" presStyleCnt="0"/>
      <dgm:spPr/>
    </dgm:pt>
    <dgm:pt modelId="{240A8D4E-71EA-496E-861F-46414C2E6378}" type="pres">
      <dgm:prSet presAssocID="{22C00128-747F-415A-82E7-A97F2B63F89A}" presName="rootText1" presStyleLbl="node0" presStyleIdx="3" presStyleCnt="5">
        <dgm:presLayoutVars>
          <dgm:chPref val="3"/>
        </dgm:presLayoutVars>
      </dgm:prSet>
      <dgm:spPr/>
    </dgm:pt>
    <dgm:pt modelId="{87E4B5CC-9B20-4FDA-9A2C-0FB1EF05839C}" type="pres">
      <dgm:prSet presAssocID="{22C00128-747F-415A-82E7-A97F2B63F89A}" presName="rootConnector1" presStyleLbl="node1" presStyleIdx="0" presStyleCnt="0"/>
      <dgm:spPr/>
    </dgm:pt>
    <dgm:pt modelId="{131E3010-FF7A-4849-BA38-412FE0EDF284}" type="pres">
      <dgm:prSet presAssocID="{22C00128-747F-415A-82E7-A97F2B63F89A}" presName="hierChild2" presStyleCnt="0"/>
      <dgm:spPr/>
    </dgm:pt>
    <dgm:pt modelId="{500742A8-C4B6-43BA-B62B-169BF36ED294}" type="pres">
      <dgm:prSet presAssocID="{22C00128-747F-415A-82E7-A97F2B63F89A}" presName="hierChild3" presStyleCnt="0"/>
      <dgm:spPr/>
    </dgm:pt>
    <dgm:pt modelId="{7E181441-5319-4F00-AE42-01903766F49E}" type="pres">
      <dgm:prSet presAssocID="{73ED796E-BCC0-4BCD-A538-0B9BB7AE6DD0}" presName="hierRoot1" presStyleCnt="0">
        <dgm:presLayoutVars>
          <dgm:hierBranch val="init"/>
        </dgm:presLayoutVars>
      </dgm:prSet>
      <dgm:spPr/>
    </dgm:pt>
    <dgm:pt modelId="{A868B5D0-F8EA-4D3A-8944-5C8B68CA2829}" type="pres">
      <dgm:prSet presAssocID="{73ED796E-BCC0-4BCD-A538-0B9BB7AE6DD0}" presName="rootComposite1" presStyleCnt="0"/>
      <dgm:spPr/>
    </dgm:pt>
    <dgm:pt modelId="{7CF229B7-5C48-4475-959B-C6E2337EBCE8}" type="pres">
      <dgm:prSet presAssocID="{73ED796E-BCC0-4BCD-A538-0B9BB7AE6DD0}" presName="rootText1" presStyleLbl="node0" presStyleIdx="4" presStyleCnt="5">
        <dgm:presLayoutVars>
          <dgm:chPref val="3"/>
        </dgm:presLayoutVars>
      </dgm:prSet>
      <dgm:spPr/>
    </dgm:pt>
    <dgm:pt modelId="{0E856D89-D26C-4A2C-A0CA-52CE9EC72F67}" type="pres">
      <dgm:prSet presAssocID="{73ED796E-BCC0-4BCD-A538-0B9BB7AE6DD0}" presName="rootConnector1" presStyleLbl="node1" presStyleIdx="0" presStyleCnt="0"/>
      <dgm:spPr/>
    </dgm:pt>
    <dgm:pt modelId="{EE4812DC-62FF-4F19-BAF6-EA0B5A763AE9}" type="pres">
      <dgm:prSet presAssocID="{73ED796E-BCC0-4BCD-A538-0B9BB7AE6DD0}" presName="hierChild2" presStyleCnt="0"/>
      <dgm:spPr/>
    </dgm:pt>
    <dgm:pt modelId="{031CAAC3-068A-4364-B6DE-2BD67F08DDF3}" type="pres">
      <dgm:prSet presAssocID="{73ED796E-BCC0-4BCD-A538-0B9BB7AE6DD0}" presName="hierChild3" presStyleCnt="0"/>
      <dgm:spPr/>
    </dgm:pt>
  </dgm:ptLst>
  <dgm:cxnLst>
    <dgm:cxn modelId="{B9B1D701-AA82-43A7-98F9-2592ABBAFBDD}" type="presOf" srcId="{9515121C-286D-4E1A-82D0-9A7A9F7D171A}" destId="{0B40829B-F6B2-454F-8294-3C1B9F08FD5F}" srcOrd="1" destOrd="0" presId="urn:microsoft.com/office/officeart/2005/8/layout/orgChart1"/>
    <dgm:cxn modelId="{0DDDEB04-3B26-42AF-BA25-2A878CB7A1E9}" type="presOf" srcId="{9515121C-286D-4E1A-82D0-9A7A9F7D171A}" destId="{198C24C7-9224-4BFB-9D4C-6AE3031B2BEF}" srcOrd="0" destOrd="0" presId="urn:microsoft.com/office/officeart/2005/8/layout/orgChart1"/>
    <dgm:cxn modelId="{0EA86908-CDCD-495F-B011-34FFD1207D37}" type="presOf" srcId="{AC745FF6-FD72-4B38-8D1E-D56B50D51B8E}" destId="{4457DA6C-4BB6-4FC1-A477-6989048A0475}" srcOrd="0" destOrd="0" presId="urn:microsoft.com/office/officeart/2005/8/layout/orgChart1"/>
    <dgm:cxn modelId="{25EEC90C-E474-4075-A197-FFF7079F826B}" srcId="{AC745FF6-FD72-4B38-8D1E-D56B50D51B8E}" destId="{9515121C-286D-4E1A-82D0-9A7A9F7D171A}" srcOrd="0" destOrd="0" parTransId="{0214081B-E50F-4B3F-801A-8587A02A77DE}" sibTransId="{878300AF-5ED0-49BA-8008-ECDC306F06CF}"/>
    <dgm:cxn modelId="{2F065017-8077-4C28-BA15-2B5983BD43A4}" type="presOf" srcId="{A09A5F3A-AC9B-4F36-86A1-F444A3A58706}" destId="{5F965732-84C5-4AC7-98FB-84BC388022D6}" srcOrd="1" destOrd="0" presId="urn:microsoft.com/office/officeart/2005/8/layout/orgChart1"/>
    <dgm:cxn modelId="{09A0EC1C-997E-4CA0-AADA-503293C40ED1}" type="presOf" srcId="{7A285909-5741-4E70-B9E0-7A1D4FA665CD}" destId="{21CCCC8D-3F80-4A52-8809-B3DB6EC12619}" srcOrd="0" destOrd="0" presId="urn:microsoft.com/office/officeart/2005/8/layout/orgChart1"/>
    <dgm:cxn modelId="{55332825-F26A-46A4-A465-B816A9C6F534}" type="presOf" srcId="{A09A5F3A-AC9B-4F36-86A1-F444A3A58706}" destId="{2D1B9215-C2ED-432C-840C-29FB93211D28}" srcOrd="0" destOrd="0" presId="urn:microsoft.com/office/officeart/2005/8/layout/orgChart1"/>
    <dgm:cxn modelId="{F7B09934-1360-4C38-ACF7-537BEF8C55B9}" type="presOf" srcId="{22C00128-747F-415A-82E7-A97F2B63F89A}" destId="{240A8D4E-71EA-496E-861F-46414C2E6378}" srcOrd="0" destOrd="0" presId="urn:microsoft.com/office/officeart/2005/8/layout/orgChart1"/>
    <dgm:cxn modelId="{99718A3F-2A4D-4D13-A75E-BD01E0F30155}" srcId="{AC745FF6-FD72-4B38-8D1E-D56B50D51B8E}" destId="{22C00128-747F-415A-82E7-A97F2B63F89A}" srcOrd="3" destOrd="0" parTransId="{C1F74C19-FA9B-40E3-B557-4956A78D2B66}" sibTransId="{582B76C7-9B6A-4655-9409-39EC5E5F0C08}"/>
    <dgm:cxn modelId="{381DD55D-13A2-4E58-AD86-913FD09E6C7C}" srcId="{AC745FF6-FD72-4B38-8D1E-D56B50D51B8E}" destId="{7A285909-5741-4E70-B9E0-7A1D4FA665CD}" srcOrd="1" destOrd="0" parTransId="{157E3D19-35B8-436D-BA40-F1C9673E7054}" sibTransId="{C2105568-7F89-4820-9F52-5A9D4513CD4A}"/>
    <dgm:cxn modelId="{8EA9F165-69F8-4C02-973D-6B9EE63843B4}" type="presOf" srcId="{73ED796E-BCC0-4BCD-A538-0B9BB7AE6DD0}" destId="{7CF229B7-5C48-4475-959B-C6E2337EBCE8}" srcOrd="0" destOrd="0" presId="urn:microsoft.com/office/officeart/2005/8/layout/orgChart1"/>
    <dgm:cxn modelId="{F8F5CB80-4F93-4A8A-AB4F-60F1511A40A7}" type="presOf" srcId="{73ED796E-BCC0-4BCD-A538-0B9BB7AE6DD0}" destId="{0E856D89-D26C-4A2C-A0CA-52CE9EC72F67}" srcOrd="1" destOrd="0" presId="urn:microsoft.com/office/officeart/2005/8/layout/orgChart1"/>
    <dgm:cxn modelId="{A746B2B9-4826-4B65-A98C-66CF34C94485}" type="presOf" srcId="{7A285909-5741-4E70-B9E0-7A1D4FA665CD}" destId="{C529EE7B-6991-46E4-B9BC-2F4BF2FF2FAD}" srcOrd="1" destOrd="0" presId="urn:microsoft.com/office/officeart/2005/8/layout/orgChart1"/>
    <dgm:cxn modelId="{75CE33CF-E923-4D7F-A0AB-3FA6E926389D}" srcId="{AC745FF6-FD72-4B38-8D1E-D56B50D51B8E}" destId="{A09A5F3A-AC9B-4F36-86A1-F444A3A58706}" srcOrd="2" destOrd="0" parTransId="{A590C1EB-2FCB-4428-83F1-E330C42C5BE1}" sibTransId="{3BFEAB16-A657-4856-A126-389549BFDC5B}"/>
    <dgm:cxn modelId="{E7704DD3-93B0-4389-8ECF-DE1045B70998}" type="presOf" srcId="{22C00128-747F-415A-82E7-A97F2B63F89A}" destId="{87E4B5CC-9B20-4FDA-9A2C-0FB1EF05839C}" srcOrd="1" destOrd="0" presId="urn:microsoft.com/office/officeart/2005/8/layout/orgChart1"/>
    <dgm:cxn modelId="{FFF5EEFF-7A06-49F3-B494-95EC1EDC922A}" srcId="{AC745FF6-FD72-4B38-8D1E-D56B50D51B8E}" destId="{73ED796E-BCC0-4BCD-A538-0B9BB7AE6DD0}" srcOrd="4" destOrd="0" parTransId="{C83FB9EF-B80D-4F2D-A321-FA937A78906B}" sibTransId="{F7D67462-B336-42C8-AA74-0F8AC757C81A}"/>
    <dgm:cxn modelId="{A436CAB9-8BFC-4BE0-BB05-95A2759D55F6}" type="presParOf" srcId="{4457DA6C-4BB6-4FC1-A477-6989048A0475}" destId="{43DA208F-0D2A-41F2-A438-61548ECBE921}" srcOrd="0" destOrd="0" presId="urn:microsoft.com/office/officeart/2005/8/layout/orgChart1"/>
    <dgm:cxn modelId="{DA4FA0B8-A332-4141-81D5-8BF28D60FF68}" type="presParOf" srcId="{43DA208F-0D2A-41F2-A438-61548ECBE921}" destId="{90DD2903-0631-4C72-B46E-3E6A59A37B57}" srcOrd="0" destOrd="0" presId="urn:microsoft.com/office/officeart/2005/8/layout/orgChart1"/>
    <dgm:cxn modelId="{C1971F40-78B3-4228-A72F-F59FCE9CFCCB}" type="presParOf" srcId="{90DD2903-0631-4C72-B46E-3E6A59A37B57}" destId="{198C24C7-9224-4BFB-9D4C-6AE3031B2BEF}" srcOrd="0" destOrd="0" presId="urn:microsoft.com/office/officeart/2005/8/layout/orgChart1"/>
    <dgm:cxn modelId="{3B7288D2-3FD6-4D15-A454-F99D2FE7C5E1}" type="presParOf" srcId="{90DD2903-0631-4C72-B46E-3E6A59A37B57}" destId="{0B40829B-F6B2-454F-8294-3C1B9F08FD5F}" srcOrd="1" destOrd="0" presId="urn:microsoft.com/office/officeart/2005/8/layout/orgChart1"/>
    <dgm:cxn modelId="{AFCEF350-1048-41E7-9364-D3A6A8928FA1}" type="presParOf" srcId="{43DA208F-0D2A-41F2-A438-61548ECBE921}" destId="{BA4A7DF5-DD55-445C-8BA9-815AE3F8E0A8}" srcOrd="1" destOrd="0" presId="urn:microsoft.com/office/officeart/2005/8/layout/orgChart1"/>
    <dgm:cxn modelId="{1B298D19-18BD-4558-9135-F6B83C903CF2}" type="presParOf" srcId="{43DA208F-0D2A-41F2-A438-61548ECBE921}" destId="{AEDF2FA7-B133-4DE1-84BD-C09D6FFF4752}" srcOrd="2" destOrd="0" presId="urn:microsoft.com/office/officeart/2005/8/layout/orgChart1"/>
    <dgm:cxn modelId="{54F0499D-185C-4BD8-A035-4F5B69A7FD6E}" type="presParOf" srcId="{4457DA6C-4BB6-4FC1-A477-6989048A0475}" destId="{D5708175-FFB1-498C-9A7C-7C5F47FAE49C}" srcOrd="1" destOrd="0" presId="urn:microsoft.com/office/officeart/2005/8/layout/orgChart1"/>
    <dgm:cxn modelId="{8B59A54C-6E91-4573-9755-1EE70D4DBE75}" type="presParOf" srcId="{D5708175-FFB1-498C-9A7C-7C5F47FAE49C}" destId="{AF1BD44A-86AF-42C1-9438-81386279B484}" srcOrd="0" destOrd="0" presId="urn:microsoft.com/office/officeart/2005/8/layout/orgChart1"/>
    <dgm:cxn modelId="{057E7ED5-0D34-4676-964C-787CAB8B248D}" type="presParOf" srcId="{AF1BD44A-86AF-42C1-9438-81386279B484}" destId="{21CCCC8D-3F80-4A52-8809-B3DB6EC12619}" srcOrd="0" destOrd="0" presId="urn:microsoft.com/office/officeart/2005/8/layout/orgChart1"/>
    <dgm:cxn modelId="{F1C61BFC-E2FB-4344-8C5F-3AD78C0552C4}" type="presParOf" srcId="{AF1BD44A-86AF-42C1-9438-81386279B484}" destId="{C529EE7B-6991-46E4-B9BC-2F4BF2FF2FAD}" srcOrd="1" destOrd="0" presId="urn:microsoft.com/office/officeart/2005/8/layout/orgChart1"/>
    <dgm:cxn modelId="{E3065D29-13A0-4A58-8830-6F46E43DA6D0}" type="presParOf" srcId="{D5708175-FFB1-498C-9A7C-7C5F47FAE49C}" destId="{74F0A4D1-88F8-4832-8E47-721A5C162054}" srcOrd="1" destOrd="0" presId="urn:microsoft.com/office/officeart/2005/8/layout/orgChart1"/>
    <dgm:cxn modelId="{3B827B81-6E8F-484B-922B-3D069B19EE38}" type="presParOf" srcId="{D5708175-FFB1-498C-9A7C-7C5F47FAE49C}" destId="{BE63E90D-1BE8-4F06-A1AC-90D542178DA2}" srcOrd="2" destOrd="0" presId="urn:microsoft.com/office/officeart/2005/8/layout/orgChart1"/>
    <dgm:cxn modelId="{CE42C38A-3D8E-487E-853C-4414AED20153}" type="presParOf" srcId="{4457DA6C-4BB6-4FC1-A477-6989048A0475}" destId="{286D11A6-1E06-4FBB-86F2-DB0AB7BD5645}" srcOrd="2" destOrd="0" presId="urn:microsoft.com/office/officeart/2005/8/layout/orgChart1"/>
    <dgm:cxn modelId="{EE5805D1-A310-4440-9101-724837F32F98}" type="presParOf" srcId="{286D11A6-1E06-4FBB-86F2-DB0AB7BD5645}" destId="{5D51E383-DB54-414F-8183-DDB0E80B67CF}" srcOrd="0" destOrd="0" presId="urn:microsoft.com/office/officeart/2005/8/layout/orgChart1"/>
    <dgm:cxn modelId="{E01DB4D2-4044-4918-BEB4-B419E44E7F74}" type="presParOf" srcId="{5D51E383-DB54-414F-8183-DDB0E80B67CF}" destId="{2D1B9215-C2ED-432C-840C-29FB93211D28}" srcOrd="0" destOrd="0" presId="urn:microsoft.com/office/officeart/2005/8/layout/orgChart1"/>
    <dgm:cxn modelId="{624DBE90-CE75-47AD-BFBB-EDA40FF88917}" type="presParOf" srcId="{5D51E383-DB54-414F-8183-DDB0E80B67CF}" destId="{5F965732-84C5-4AC7-98FB-84BC388022D6}" srcOrd="1" destOrd="0" presId="urn:microsoft.com/office/officeart/2005/8/layout/orgChart1"/>
    <dgm:cxn modelId="{868992BD-3BB5-4F72-9772-B2520CF46BBB}" type="presParOf" srcId="{286D11A6-1E06-4FBB-86F2-DB0AB7BD5645}" destId="{F9E557B9-C7BF-4FC1-A52A-5068425D2BA8}" srcOrd="1" destOrd="0" presId="urn:microsoft.com/office/officeart/2005/8/layout/orgChart1"/>
    <dgm:cxn modelId="{1097FB72-044D-41CD-8A6A-86263C70B3A6}" type="presParOf" srcId="{286D11A6-1E06-4FBB-86F2-DB0AB7BD5645}" destId="{D4D06340-824B-42F6-95F3-68013B9C974B}" srcOrd="2" destOrd="0" presId="urn:microsoft.com/office/officeart/2005/8/layout/orgChart1"/>
    <dgm:cxn modelId="{C5674222-6D20-4736-8557-05E785E25D91}" type="presParOf" srcId="{4457DA6C-4BB6-4FC1-A477-6989048A0475}" destId="{1DD5D000-C199-4C39-949E-3073C1290203}" srcOrd="3" destOrd="0" presId="urn:microsoft.com/office/officeart/2005/8/layout/orgChart1"/>
    <dgm:cxn modelId="{74538CC4-5C6A-40E9-AEBB-6078FEF33C8B}" type="presParOf" srcId="{1DD5D000-C199-4C39-949E-3073C1290203}" destId="{8A5266B3-A2A8-491D-A97B-AFC76D1CDAB9}" srcOrd="0" destOrd="0" presId="urn:microsoft.com/office/officeart/2005/8/layout/orgChart1"/>
    <dgm:cxn modelId="{DE2EAF88-3F2F-4523-AAB2-814310038E7D}" type="presParOf" srcId="{8A5266B3-A2A8-491D-A97B-AFC76D1CDAB9}" destId="{240A8D4E-71EA-496E-861F-46414C2E6378}" srcOrd="0" destOrd="0" presId="urn:microsoft.com/office/officeart/2005/8/layout/orgChart1"/>
    <dgm:cxn modelId="{B2C03E46-A165-4203-AFDC-0F840F978453}" type="presParOf" srcId="{8A5266B3-A2A8-491D-A97B-AFC76D1CDAB9}" destId="{87E4B5CC-9B20-4FDA-9A2C-0FB1EF05839C}" srcOrd="1" destOrd="0" presId="urn:microsoft.com/office/officeart/2005/8/layout/orgChart1"/>
    <dgm:cxn modelId="{96D36393-49E1-40CD-B123-B47FD0D65265}" type="presParOf" srcId="{1DD5D000-C199-4C39-949E-3073C1290203}" destId="{131E3010-FF7A-4849-BA38-412FE0EDF284}" srcOrd="1" destOrd="0" presId="urn:microsoft.com/office/officeart/2005/8/layout/orgChart1"/>
    <dgm:cxn modelId="{72672CF6-9BE9-4ED8-A499-D8DD1C0729C7}" type="presParOf" srcId="{1DD5D000-C199-4C39-949E-3073C1290203}" destId="{500742A8-C4B6-43BA-B62B-169BF36ED294}" srcOrd="2" destOrd="0" presId="urn:microsoft.com/office/officeart/2005/8/layout/orgChart1"/>
    <dgm:cxn modelId="{FB517EDD-1085-47C4-9789-84D1295DFEBC}" type="presParOf" srcId="{4457DA6C-4BB6-4FC1-A477-6989048A0475}" destId="{7E181441-5319-4F00-AE42-01903766F49E}" srcOrd="4" destOrd="0" presId="urn:microsoft.com/office/officeart/2005/8/layout/orgChart1"/>
    <dgm:cxn modelId="{0C5AE7D5-E79A-41B1-90AC-3A71BB9776CE}" type="presParOf" srcId="{7E181441-5319-4F00-AE42-01903766F49E}" destId="{A868B5D0-F8EA-4D3A-8944-5C8B68CA2829}" srcOrd="0" destOrd="0" presId="urn:microsoft.com/office/officeart/2005/8/layout/orgChart1"/>
    <dgm:cxn modelId="{F8C58364-E6AF-4671-AE3C-9EEAAFAE6A5D}" type="presParOf" srcId="{A868B5D0-F8EA-4D3A-8944-5C8B68CA2829}" destId="{7CF229B7-5C48-4475-959B-C6E2337EBCE8}" srcOrd="0" destOrd="0" presId="urn:microsoft.com/office/officeart/2005/8/layout/orgChart1"/>
    <dgm:cxn modelId="{404315AE-2125-4776-A3BA-0F711660BD0E}" type="presParOf" srcId="{A868B5D0-F8EA-4D3A-8944-5C8B68CA2829}" destId="{0E856D89-D26C-4A2C-A0CA-52CE9EC72F67}" srcOrd="1" destOrd="0" presId="urn:microsoft.com/office/officeart/2005/8/layout/orgChart1"/>
    <dgm:cxn modelId="{33EF04EE-C786-405F-B51F-8375372C30BA}" type="presParOf" srcId="{7E181441-5319-4F00-AE42-01903766F49E}" destId="{EE4812DC-62FF-4F19-BAF6-EA0B5A763AE9}" srcOrd="1" destOrd="0" presId="urn:microsoft.com/office/officeart/2005/8/layout/orgChart1"/>
    <dgm:cxn modelId="{B87A0857-9EAA-4214-BE22-388B815EEBCB}" type="presParOf" srcId="{7E181441-5319-4F00-AE42-01903766F49E}" destId="{031CAAC3-068A-4364-B6DE-2BD67F08DDF3}"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8C24C7-9224-4BFB-9D4C-6AE3031B2BEF}">
      <dsp:nvSpPr>
        <dsp:cNvPr id="0" name=""/>
        <dsp:cNvSpPr/>
      </dsp:nvSpPr>
      <dsp:spPr>
        <a:xfrm>
          <a:off x="822" y="1299366"/>
          <a:ext cx="1647900" cy="823950"/>
        </a:xfrm>
        <a:prstGeom prst="rect">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a:t>RapidMiner installed</a:t>
          </a:r>
          <a:endParaRPr lang="en-US" sz="1100" kern="1200"/>
        </a:p>
      </dsp:txBody>
      <dsp:txXfrm>
        <a:off x="822" y="1299366"/>
        <a:ext cx="1647900" cy="823950"/>
      </dsp:txXfrm>
    </dsp:sp>
    <dsp:sp modelId="{21CCCC8D-3F80-4A52-8809-B3DB6EC12619}">
      <dsp:nvSpPr>
        <dsp:cNvPr id="0" name=""/>
        <dsp:cNvSpPr/>
      </dsp:nvSpPr>
      <dsp:spPr>
        <a:xfrm>
          <a:off x="1994781" y="1299366"/>
          <a:ext cx="1647900" cy="823950"/>
        </a:xfrm>
        <a:prstGeom prst="rect">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a:t>I started playing around with d3.js and have seen how it connects to the HTML file</a:t>
          </a:r>
          <a:endParaRPr lang="en-US" sz="1100" kern="1200"/>
        </a:p>
      </dsp:txBody>
      <dsp:txXfrm>
        <a:off x="1994781" y="1299366"/>
        <a:ext cx="1647900" cy="823950"/>
      </dsp:txXfrm>
    </dsp:sp>
    <dsp:sp modelId="{2D1B9215-C2ED-432C-840C-29FB93211D28}">
      <dsp:nvSpPr>
        <dsp:cNvPr id="0" name=""/>
        <dsp:cNvSpPr/>
      </dsp:nvSpPr>
      <dsp:spPr>
        <a:xfrm>
          <a:off x="3988741" y="1299366"/>
          <a:ext cx="1647900" cy="823950"/>
        </a:xfrm>
        <a:prstGeom prst="rect">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a:t>Industry visualization requirements</a:t>
          </a:r>
          <a:endParaRPr lang="en-US" sz="1100" kern="1200"/>
        </a:p>
      </dsp:txBody>
      <dsp:txXfrm>
        <a:off x="3988741" y="1299366"/>
        <a:ext cx="1647900" cy="823950"/>
      </dsp:txXfrm>
    </dsp:sp>
    <dsp:sp modelId="{240A8D4E-71EA-496E-861F-46414C2E6378}">
      <dsp:nvSpPr>
        <dsp:cNvPr id="0" name=""/>
        <dsp:cNvSpPr/>
      </dsp:nvSpPr>
      <dsp:spPr>
        <a:xfrm>
          <a:off x="5982700" y="1299366"/>
          <a:ext cx="1647900" cy="823950"/>
        </a:xfrm>
        <a:prstGeom prst="rect">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a:t>Skills needed to complete this project</a:t>
          </a:r>
          <a:endParaRPr lang="en-US" sz="1100" kern="1200"/>
        </a:p>
      </dsp:txBody>
      <dsp:txXfrm>
        <a:off x="5982700" y="1299366"/>
        <a:ext cx="1647900" cy="823950"/>
      </dsp:txXfrm>
    </dsp:sp>
    <dsp:sp modelId="{7CF229B7-5C48-4475-959B-C6E2337EBCE8}">
      <dsp:nvSpPr>
        <dsp:cNvPr id="0" name=""/>
        <dsp:cNvSpPr/>
      </dsp:nvSpPr>
      <dsp:spPr>
        <a:xfrm>
          <a:off x="7976660" y="1299366"/>
          <a:ext cx="1647900" cy="823950"/>
        </a:xfrm>
        <a:prstGeom prst="rect">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a:t>Studied several papers</a:t>
          </a:r>
          <a:endParaRPr lang="en-US" sz="1100" kern="1200"/>
        </a:p>
      </dsp:txBody>
      <dsp:txXfrm>
        <a:off x="7976660" y="1299366"/>
        <a:ext cx="1647900" cy="82395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47317FC7-26B2-4B01-AE35-1DFF2EADC19D}" type="datetimeFigureOut">
              <a:rPr lang="en-GB" smtClean="0"/>
              <a:t>16/02/2026</a:t>
            </a:fld>
            <a:endParaRPr lang="en-GB"/>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GB"/>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Slide Number Placeholder 5"/>
          <p:cNvSpPr>
            <a:spLocks noGrp="1"/>
          </p:cNvSpPr>
          <p:nvPr>
            <p:ph type="sldNum" sz="quarter" idx="12"/>
          </p:nvPr>
        </p:nvSpPr>
        <p:spPr>
          <a:xfrm>
            <a:off x="10352540" y="295729"/>
            <a:ext cx="838199" cy="767687"/>
          </a:xfrm>
        </p:spPr>
        <p:txBody>
          <a:bodyPr/>
          <a:lstStyle/>
          <a:p>
            <a:fld id="{1CDD838B-2B72-431B-A135-6F6C0330A9D8}" type="slidenum">
              <a:rPr lang="en-GB" smtClean="0"/>
              <a:t>‹#›</a:t>
            </a:fld>
            <a:endParaRPr lang="en-GB"/>
          </a:p>
        </p:txBody>
      </p:sp>
    </p:spTree>
    <p:extLst>
      <p:ext uri="{BB962C8B-B14F-4D97-AF65-F5344CB8AC3E}">
        <p14:creationId xmlns:p14="http://schemas.microsoft.com/office/powerpoint/2010/main" val="1606954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317FC7-26B2-4B01-AE35-1DFF2EADC19D}" type="datetimeFigureOut">
              <a:rPr lang="en-GB" smtClean="0"/>
              <a:t>16/02/2026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CDD838B-2B72-431B-A135-6F6C0330A9D8}" type="slidenum">
              <a:rPr lang="en-GB" smtClean="0"/>
              <a:t>‹#›</a:t>
            </a:fld>
            <a:endParaRPr lang="en-GB"/>
          </a:p>
        </p:txBody>
      </p:sp>
    </p:spTree>
    <p:extLst>
      <p:ext uri="{BB962C8B-B14F-4D97-AF65-F5344CB8AC3E}">
        <p14:creationId xmlns:p14="http://schemas.microsoft.com/office/powerpoint/2010/main" val="1366644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317FC7-26B2-4B01-AE35-1DFF2EADC19D}" type="datetimeFigureOut">
              <a:rPr lang="en-GB" smtClean="0"/>
              <a:t>16/02/2026</a:t>
            </a:fld>
            <a:endParaRPr lang="en-GB"/>
          </a:p>
        </p:txBody>
      </p:sp>
      <p:sp>
        <p:nvSpPr>
          <p:cNvPr id="5" name="Footer Placeholder 4"/>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CDD838B-2B72-431B-A135-6F6C0330A9D8}" type="slidenum">
              <a:rPr lang="en-GB" smtClean="0"/>
              <a:t>‹#›</a:t>
            </a:fld>
            <a:endParaRPr lang="en-GB"/>
          </a:p>
        </p:txBody>
      </p:sp>
    </p:spTree>
    <p:extLst>
      <p:ext uri="{BB962C8B-B14F-4D97-AF65-F5344CB8AC3E}">
        <p14:creationId xmlns:p14="http://schemas.microsoft.com/office/powerpoint/2010/main" val="2864481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317FC7-26B2-4B01-AE35-1DFF2EADC19D}" type="datetimeFigureOut">
              <a:rPr lang="en-GB" smtClean="0"/>
              <a:t>16/02/2026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CDD838B-2B72-431B-A135-6F6C0330A9D8}" type="slidenum">
              <a:rPr lang="en-GB" smtClean="0"/>
              <a:t>‹#›</a:t>
            </a:fld>
            <a:endParaRPr lang="en-GB"/>
          </a:p>
        </p:txBody>
      </p:sp>
    </p:spTree>
    <p:extLst>
      <p:ext uri="{BB962C8B-B14F-4D97-AF65-F5344CB8AC3E}">
        <p14:creationId xmlns:p14="http://schemas.microsoft.com/office/powerpoint/2010/main" val="1516095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317FC7-26B2-4B01-AE35-1DFF2EADC19D}" type="datetimeFigureOut">
              <a:rPr lang="en-GB" smtClean="0"/>
              <a:t>16/02/2026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CDD838B-2B72-431B-A135-6F6C0330A9D8}" type="slidenum">
              <a:rPr lang="en-GB" smtClean="0"/>
              <a:t>‹#›</a:t>
            </a:fld>
            <a:endParaRPr lang="en-GB"/>
          </a:p>
        </p:txBody>
      </p:sp>
    </p:spTree>
    <p:extLst>
      <p:ext uri="{BB962C8B-B14F-4D97-AF65-F5344CB8AC3E}">
        <p14:creationId xmlns:p14="http://schemas.microsoft.com/office/powerpoint/2010/main" val="554842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317FC7-26B2-4B01-AE35-1DFF2EADC19D}" type="datetimeFigureOut">
              <a:rPr lang="en-GB" smtClean="0"/>
              <a:t>16/02/2026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CDD838B-2B72-431B-A135-6F6C0330A9D8}" type="slidenum">
              <a:rPr lang="en-GB" smtClean="0"/>
              <a:t>‹#›</a:t>
            </a:fld>
            <a:endParaRPr lang="en-GB"/>
          </a:p>
        </p:txBody>
      </p:sp>
    </p:spTree>
    <p:extLst>
      <p:ext uri="{BB962C8B-B14F-4D97-AF65-F5344CB8AC3E}">
        <p14:creationId xmlns:p14="http://schemas.microsoft.com/office/powerpoint/2010/main" val="706319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17FC7-26B2-4B01-AE35-1DFF2EADC19D}" type="datetimeFigureOut">
              <a:rPr lang="en-GB" smtClean="0"/>
              <a:t>16/02/2026</a:t>
            </a:fld>
            <a:endParaRPr lang="en-GB"/>
          </a:p>
        </p:txBody>
      </p:sp>
      <p:sp>
        <p:nvSpPr>
          <p:cNvPr id="3" name="Footer Placeholder 2"/>
          <p:cNvSpPr>
            <a:spLocks noGrp="1"/>
          </p:cNvSpPr>
          <p:nvPr>
            <p:ph type="ftr" sz="quarter" idx="11"/>
          </p:nvPr>
        </p:nvSpPr>
        <p:spPr/>
        <p:txBody>
          <a:bodyPr/>
          <a:lstStyle/>
          <a:p>
            <a:endParaRPr lang="en-GB"/>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1CDD838B-2B72-431B-A135-6F6C0330A9D8}" type="slidenum">
              <a:rPr lang="en-GB" smtClean="0"/>
              <a:t>‹#›</a:t>
            </a:fld>
            <a:endParaRPr lang="en-GB"/>
          </a:p>
        </p:txBody>
      </p:sp>
    </p:spTree>
    <p:extLst>
      <p:ext uri="{BB962C8B-B14F-4D97-AF65-F5344CB8AC3E}">
        <p14:creationId xmlns:p14="http://schemas.microsoft.com/office/powerpoint/2010/main" val="4247728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317FC7-26B2-4B01-AE35-1DFF2EADC19D}" type="datetimeFigureOut">
              <a:rPr lang="en-GB" smtClean="0"/>
              <a:t>16/02/2026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CDD838B-2B72-431B-A135-6F6C0330A9D8}" type="slidenum">
              <a:rPr lang="en-GB" smtClean="0"/>
              <a:t>‹#›</a:t>
            </a:fld>
            <a:endParaRPr lang="en-GB"/>
          </a:p>
        </p:txBody>
      </p:sp>
    </p:spTree>
    <p:extLst>
      <p:ext uri="{BB962C8B-B14F-4D97-AF65-F5344CB8AC3E}">
        <p14:creationId xmlns:p14="http://schemas.microsoft.com/office/powerpoint/2010/main" val="1748930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317FC7-26B2-4B01-AE35-1DFF2EADC19D}" type="datetimeFigureOut">
              <a:rPr lang="en-GB" smtClean="0"/>
              <a:t>16/02/2026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CDD838B-2B72-431B-A135-6F6C0330A9D8}" type="slidenum">
              <a:rPr lang="en-GB" smtClean="0"/>
              <a:t>‹#›</a:t>
            </a:fld>
            <a:endParaRPr lang="en-GB"/>
          </a:p>
        </p:txBody>
      </p:sp>
    </p:spTree>
    <p:extLst>
      <p:ext uri="{BB962C8B-B14F-4D97-AF65-F5344CB8AC3E}">
        <p14:creationId xmlns:p14="http://schemas.microsoft.com/office/powerpoint/2010/main" val="2050680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317FC7-26B2-4B01-AE35-1DFF2EADC19D}" type="datetimeFigureOut">
              <a:rPr lang="en-GB" smtClean="0"/>
              <a:t>16/02/2026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CDD838B-2B72-431B-A135-6F6C0330A9D8}" type="slidenum">
              <a:rPr lang="en-GB" smtClean="0"/>
              <a:t>‹#›</a:t>
            </a:fld>
            <a:endParaRPr lang="en-GB"/>
          </a:p>
        </p:txBody>
      </p:sp>
    </p:spTree>
    <p:extLst>
      <p:ext uri="{BB962C8B-B14F-4D97-AF65-F5344CB8AC3E}">
        <p14:creationId xmlns:p14="http://schemas.microsoft.com/office/powerpoint/2010/main" val="3650020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7317FC7-26B2-4B01-AE35-1DFF2EADC19D}" type="datetimeFigureOut">
              <a:rPr lang="en-GB" smtClean="0"/>
              <a:t>16/02/2026</a:t>
            </a:fld>
            <a:endParaRPr lang="en-GB"/>
          </a:p>
        </p:txBody>
      </p:sp>
      <p:sp>
        <p:nvSpPr>
          <p:cNvPr id="5" name="Footer Placeholder 4"/>
          <p:cNvSpPr>
            <a:spLocks noGrp="1"/>
          </p:cNvSpPr>
          <p:nvPr>
            <p:ph type="ftr" sz="quarter" idx="11"/>
          </p:nvPr>
        </p:nvSpPr>
        <p:spPr/>
        <p:txBody>
          <a:bodyPr/>
          <a:lstStyle/>
          <a:p>
            <a:endParaRPr lang="en-GB"/>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CDD838B-2B72-431B-A135-6F6C0330A9D8}" type="slidenum">
              <a:rPr lang="en-GB" smtClean="0"/>
              <a:t>‹#›</a:t>
            </a:fld>
            <a:endParaRPr lang="en-GB"/>
          </a:p>
        </p:txBody>
      </p:sp>
    </p:spTree>
    <p:extLst>
      <p:ext uri="{BB962C8B-B14F-4D97-AF65-F5344CB8AC3E}">
        <p14:creationId xmlns:p14="http://schemas.microsoft.com/office/powerpoint/2010/main" val="24855124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7317FC7-26B2-4B01-AE35-1DFF2EADC19D}" type="datetimeFigureOut">
              <a:rPr lang="en-GB" smtClean="0"/>
              <a:t>16/02/2026</a:t>
            </a:fld>
            <a:endParaRPr lang="en-GB"/>
          </a:p>
        </p:txBody>
      </p:sp>
      <p:sp>
        <p:nvSpPr>
          <p:cNvPr id="5" name="Footer Placeholder 4"/>
          <p:cNvSpPr>
            <a:spLocks noGrp="1"/>
          </p:cNvSpPr>
          <p:nvPr>
            <p:ph type="ftr" sz="quarter" idx="11"/>
          </p:nvPr>
        </p:nvSpPr>
        <p:spPr/>
        <p:txBody>
          <a:bodyPr/>
          <a:lstStyle/>
          <a:p>
            <a:endParaRPr lang="en-GB"/>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CDD838B-2B72-431B-A135-6F6C0330A9D8}" type="slidenum">
              <a:rPr lang="en-GB" smtClean="0"/>
              <a:t>‹#›</a:t>
            </a:fld>
            <a:endParaRPr lang="en-GB"/>
          </a:p>
        </p:txBody>
      </p:sp>
    </p:spTree>
    <p:extLst>
      <p:ext uri="{BB962C8B-B14F-4D97-AF65-F5344CB8AC3E}">
        <p14:creationId xmlns:p14="http://schemas.microsoft.com/office/powerpoint/2010/main" val="27809951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317FC7-26B2-4B01-AE35-1DFF2EADC19D}" type="datetimeFigureOut">
              <a:rPr lang="en-GB" smtClean="0"/>
              <a:t>16/02/2026</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CDD838B-2B72-431B-A135-6F6C0330A9D8}" type="slidenum">
              <a:rPr lang="en-GB" smtClean="0"/>
              <a:t>‹#›</a:t>
            </a:fld>
            <a:endParaRPr lang="en-GB"/>
          </a:p>
        </p:txBody>
      </p:sp>
    </p:spTree>
    <p:extLst>
      <p:ext uri="{BB962C8B-B14F-4D97-AF65-F5344CB8AC3E}">
        <p14:creationId xmlns:p14="http://schemas.microsoft.com/office/powerpoint/2010/main" val="32347597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7317FC7-26B2-4B01-AE35-1DFF2EADC19D}" type="datetimeFigureOut">
              <a:rPr lang="en-GB" smtClean="0"/>
              <a:t>16/02/2026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CDD838B-2B72-431B-A135-6F6C0330A9D8}" type="slidenum">
              <a:rPr lang="en-GB" smtClean="0"/>
              <a:t>‹#›</a:t>
            </a:fld>
            <a:endParaRPr lang="en-GB"/>
          </a:p>
        </p:txBody>
      </p:sp>
    </p:spTree>
    <p:extLst>
      <p:ext uri="{BB962C8B-B14F-4D97-AF65-F5344CB8AC3E}">
        <p14:creationId xmlns:p14="http://schemas.microsoft.com/office/powerpoint/2010/main" val="2898304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7317FC7-26B2-4B01-AE35-1DFF2EADC19D}" type="datetimeFigureOut">
              <a:rPr lang="en-GB" smtClean="0"/>
              <a:t>16/02/2026</a:t>
            </a:fld>
            <a:endParaRPr lang="en-GB"/>
          </a:p>
        </p:txBody>
      </p:sp>
      <p:sp>
        <p:nvSpPr>
          <p:cNvPr id="8" name="Footer Placeholder 7"/>
          <p:cNvSpPr>
            <a:spLocks noGrp="1"/>
          </p:cNvSpPr>
          <p:nvPr>
            <p:ph type="ftr" sz="quarter" idx="11"/>
          </p:nvPr>
        </p:nvSpPr>
        <p:spPr>
          <a:xfrm>
            <a:off x="561111" y="6391838"/>
            <a:ext cx="3644282" cy="304801"/>
          </a:xfrm>
        </p:spPr>
        <p:txBody>
          <a:bodyPr/>
          <a:lstStyle/>
          <a:p>
            <a:endParaRPr lang="en-GB"/>
          </a:p>
        </p:txBody>
      </p:sp>
      <p:sp>
        <p:nvSpPr>
          <p:cNvPr id="9" name="Slide Number Placeholder 8"/>
          <p:cNvSpPr>
            <a:spLocks noGrp="1"/>
          </p:cNvSpPr>
          <p:nvPr>
            <p:ph type="sldNum" sz="quarter" idx="12"/>
          </p:nvPr>
        </p:nvSpPr>
        <p:spPr/>
        <p:txBody>
          <a:bodyPr/>
          <a:lstStyle/>
          <a:p>
            <a:fld id="{1CDD838B-2B72-431B-A135-6F6C0330A9D8}" type="slidenum">
              <a:rPr lang="en-GB" smtClean="0"/>
              <a:t>‹#›</a:t>
            </a:fld>
            <a:endParaRPr lang="en-GB"/>
          </a:p>
        </p:txBody>
      </p:sp>
    </p:spTree>
    <p:extLst>
      <p:ext uri="{BB962C8B-B14F-4D97-AF65-F5344CB8AC3E}">
        <p14:creationId xmlns:p14="http://schemas.microsoft.com/office/powerpoint/2010/main" val="12418374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47317FC7-26B2-4B01-AE35-1DFF2EADC19D}" type="datetimeFigureOut">
              <a:rPr lang="en-GB" smtClean="0"/>
              <a:t>16/02/2026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CDD838B-2B72-431B-A135-6F6C0330A9D8}" type="slidenum">
              <a:rPr lang="en-GB" smtClean="0"/>
              <a:t>‹#›</a:t>
            </a:fld>
            <a:endParaRPr lang="en-GB"/>
          </a:p>
        </p:txBody>
      </p:sp>
    </p:spTree>
    <p:extLst>
      <p:ext uri="{BB962C8B-B14F-4D97-AF65-F5344CB8AC3E}">
        <p14:creationId xmlns:p14="http://schemas.microsoft.com/office/powerpoint/2010/main" val="2674897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47317FC7-26B2-4B01-AE35-1DFF2EADC19D}" type="datetimeFigureOut">
              <a:rPr lang="en-GB" smtClean="0"/>
              <a:t>16/02/2026</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CDD838B-2B72-431B-A135-6F6C0330A9D8}" type="slidenum">
              <a:rPr lang="en-GB" smtClean="0"/>
              <a:t>‹#›</a:t>
            </a:fld>
            <a:endParaRPr lang="en-GB"/>
          </a:p>
        </p:txBody>
      </p:sp>
    </p:spTree>
    <p:extLst>
      <p:ext uri="{BB962C8B-B14F-4D97-AF65-F5344CB8AC3E}">
        <p14:creationId xmlns:p14="http://schemas.microsoft.com/office/powerpoint/2010/main" val="3752087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GB"/>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47317FC7-26B2-4B01-AE35-1DFF2EADC19D}" type="datetimeFigureOut">
              <a:rPr lang="en-GB" smtClean="0"/>
              <a:t>16/02/2026</a:t>
            </a:fld>
            <a:endParaRPr lang="en-GB"/>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GB"/>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1CDD838B-2B72-431B-A135-6F6C0330A9D8}" type="slidenum">
              <a:rPr lang="en-GB" smtClean="0"/>
              <a:t>‹#›</a:t>
            </a:fld>
            <a:endParaRPr lang="en-GB"/>
          </a:p>
        </p:txBody>
      </p:sp>
    </p:spTree>
    <p:extLst>
      <p:ext uri="{BB962C8B-B14F-4D97-AF65-F5344CB8AC3E}">
        <p14:creationId xmlns:p14="http://schemas.microsoft.com/office/powerpoint/2010/main" val="23087031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E1C58B-25D1-606B-CC0C-70F9C929697B}"/>
              </a:ext>
            </a:extLst>
          </p:cNvPr>
          <p:cNvSpPr>
            <a:spLocks noGrp="1"/>
          </p:cNvSpPr>
          <p:nvPr>
            <p:ph type="ctrTitle"/>
          </p:nvPr>
        </p:nvSpPr>
        <p:spPr/>
        <p:txBody>
          <a:bodyPr/>
          <a:lstStyle/>
          <a:p>
            <a:r>
              <a:rPr lang="en-GB" dirty="0"/>
              <a:t>PHD Progression 11</a:t>
            </a:r>
          </a:p>
        </p:txBody>
      </p:sp>
      <p:sp>
        <p:nvSpPr>
          <p:cNvPr id="5" name="Subtitle 4">
            <a:extLst>
              <a:ext uri="{FF2B5EF4-FFF2-40B4-BE49-F238E27FC236}">
                <a16:creationId xmlns:a16="http://schemas.microsoft.com/office/drawing/2014/main" id="{2D7B5BEE-4B4C-A10F-B3D3-0C19662CD718}"/>
              </a:ext>
            </a:extLst>
          </p:cNvPr>
          <p:cNvSpPr>
            <a:spLocks noGrp="1"/>
          </p:cNvSpPr>
          <p:nvPr>
            <p:ph type="subTitle" idx="1"/>
          </p:nvPr>
        </p:nvSpPr>
        <p:spPr/>
        <p:txBody>
          <a:bodyPr/>
          <a:lstStyle/>
          <a:p>
            <a:r>
              <a:rPr lang="en-GB" dirty="0"/>
              <a:t>Explainable AI with visual analytics</a:t>
            </a:r>
          </a:p>
        </p:txBody>
      </p:sp>
    </p:spTree>
    <p:extLst>
      <p:ext uri="{BB962C8B-B14F-4D97-AF65-F5344CB8AC3E}">
        <p14:creationId xmlns:p14="http://schemas.microsoft.com/office/powerpoint/2010/main" val="4132382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ECC5E40-D3EE-F6DD-EBD5-39C74A040475}"/>
            </a:ext>
          </a:extLst>
        </p:cNvPr>
        <p:cNvGrpSpPr/>
        <p:nvPr/>
      </p:nvGrpSpPr>
      <p:grpSpPr>
        <a:xfrm>
          <a:off x="0" y="0"/>
          <a:ext cx="0" cy="0"/>
          <a:chOff x="0" y="0"/>
          <a:chExt cx="0" cy="0"/>
        </a:xfrm>
      </p:grpSpPr>
      <p:grpSp>
        <p:nvGrpSpPr>
          <p:cNvPr id="22" name="Group 21">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3" name="Rectangle 22">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4"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GB"/>
            </a:p>
          </p:txBody>
        </p:sp>
      </p:grpSp>
      <p:sp>
        <p:nvSpPr>
          <p:cNvPr id="4" name="Title 3">
            <a:extLst>
              <a:ext uri="{FF2B5EF4-FFF2-40B4-BE49-F238E27FC236}">
                <a16:creationId xmlns:a16="http://schemas.microsoft.com/office/drawing/2014/main" id="{B2680425-E5FF-9050-1D89-44ECD07A92D9}"/>
              </a:ext>
            </a:extLst>
          </p:cNvPr>
          <p:cNvSpPr>
            <a:spLocks noGrp="1"/>
          </p:cNvSpPr>
          <p:nvPr>
            <p:ph type="title"/>
          </p:nvPr>
        </p:nvSpPr>
        <p:spPr>
          <a:xfrm>
            <a:off x="1154954" y="973668"/>
            <a:ext cx="8761413" cy="706964"/>
          </a:xfrm>
        </p:spPr>
        <p:txBody>
          <a:bodyPr>
            <a:normAutofit/>
          </a:bodyPr>
          <a:lstStyle/>
          <a:p>
            <a:r>
              <a:rPr lang="en-GB">
                <a:solidFill>
                  <a:srgbClr val="FFFFFF"/>
                </a:solidFill>
              </a:rPr>
              <a:t>Things accomplished</a:t>
            </a:r>
          </a:p>
        </p:txBody>
      </p:sp>
      <p:sp>
        <p:nvSpPr>
          <p:cNvPr id="25" name="Rectangle 24">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26" name="Subtitle 4">
            <a:extLst>
              <a:ext uri="{FF2B5EF4-FFF2-40B4-BE49-F238E27FC236}">
                <a16:creationId xmlns:a16="http://schemas.microsoft.com/office/drawing/2014/main" id="{784400F2-126E-BE89-0DAB-0C6CDB07523D}"/>
              </a:ext>
            </a:extLst>
          </p:cNvPr>
          <p:cNvGraphicFramePr>
            <a:graphicFrameLocks noGrp="1"/>
          </p:cNvGraphicFramePr>
          <p:nvPr>
            <p:ph idx="1"/>
            <p:extLst>
              <p:ext uri="{D42A27DB-BD31-4B8C-83A1-F6EECF244321}">
                <p14:modId xmlns:p14="http://schemas.microsoft.com/office/powerpoint/2010/main" val="117040410"/>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904853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a:extLst>
            <a:ext uri="{FF2B5EF4-FFF2-40B4-BE49-F238E27FC236}">
              <a16:creationId xmlns:a16="http://schemas.microsoft.com/office/drawing/2014/main" id="{E93306F9-ECED-F440-D87A-32B33D2DF7F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1109B5D-BC35-4376-98A2-F53B03E4E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2" name="Freeform 5">
            <a:extLst>
              <a:ext uri="{FF2B5EF4-FFF2-40B4-BE49-F238E27FC236}">
                <a16:creationId xmlns:a16="http://schemas.microsoft.com/office/drawing/2014/main" id="{94D90C11-98A3-40E3-B04C-A3025D6458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4" name="Title 3">
            <a:extLst>
              <a:ext uri="{FF2B5EF4-FFF2-40B4-BE49-F238E27FC236}">
                <a16:creationId xmlns:a16="http://schemas.microsoft.com/office/drawing/2014/main" id="{DE7727A8-CF72-6FE4-6E51-87E66F4833FF}"/>
              </a:ext>
            </a:extLst>
          </p:cNvPr>
          <p:cNvSpPr>
            <a:spLocks noGrp="1"/>
          </p:cNvSpPr>
          <p:nvPr>
            <p:ph type="title"/>
          </p:nvPr>
        </p:nvSpPr>
        <p:spPr>
          <a:xfrm>
            <a:off x="967791" y="1449324"/>
            <a:ext cx="2621734" cy="4391640"/>
          </a:xfrm>
        </p:spPr>
        <p:txBody>
          <a:bodyPr anchor="t">
            <a:normAutofit/>
          </a:bodyPr>
          <a:lstStyle/>
          <a:p>
            <a:r>
              <a:rPr lang="en-GB" sz="1500">
                <a:solidFill>
                  <a:schemeClr val="tx1"/>
                </a:solidFill>
              </a:rPr>
              <a:t>Industry visualization requirements(Attention Mechanism)</a:t>
            </a:r>
          </a:p>
        </p:txBody>
      </p:sp>
      <p:sp>
        <p:nvSpPr>
          <p:cNvPr id="14" name="Rectangle 13">
            <a:extLst>
              <a:ext uri="{FF2B5EF4-FFF2-40B4-BE49-F238E27FC236}">
                <a16:creationId xmlns:a16="http://schemas.microsoft.com/office/drawing/2014/main" id="{A3B28FB1-97C9-4A9E-A45B-356508C2C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 name="Subtitle 4">
            <a:extLst>
              <a:ext uri="{FF2B5EF4-FFF2-40B4-BE49-F238E27FC236}">
                <a16:creationId xmlns:a16="http://schemas.microsoft.com/office/drawing/2014/main" id="{DF475A2D-BC4E-29F5-9774-EEDE6AC6D55F}"/>
              </a:ext>
            </a:extLst>
          </p:cNvPr>
          <p:cNvSpPr>
            <a:spLocks noGrp="1"/>
          </p:cNvSpPr>
          <p:nvPr>
            <p:ph idx="1"/>
          </p:nvPr>
        </p:nvSpPr>
        <p:spPr>
          <a:xfrm>
            <a:off x="3750393" y="1449324"/>
            <a:ext cx="6230220" cy="4391640"/>
          </a:xfrm>
        </p:spPr>
        <p:txBody>
          <a:bodyPr>
            <a:normAutofit/>
          </a:bodyPr>
          <a:lstStyle/>
          <a:p>
            <a:r>
              <a:rPr lang="en-GB">
                <a:solidFill>
                  <a:schemeClr val="tx1"/>
                </a:solidFill>
              </a:rPr>
              <a:t>Attention Heatmaps: These are essential for identifying which parts of the input the model finds most relevant for predictions.</a:t>
            </a:r>
          </a:p>
          <a:p>
            <a:endParaRPr lang="en-GB">
              <a:solidFill>
                <a:schemeClr val="tx1"/>
              </a:solidFill>
            </a:endParaRPr>
          </a:p>
          <a:p>
            <a:r>
              <a:rPr lang="en-GB">
                <a:solidFill>
                  <a:schemeClr val="tx1"/>
                </a:solidFill>
              </a:rPr>
              <a:t>Bipartite Graph Representation: This is used to analyse how attention flows within a specific layer and to identify patterns between heads.</a:t>
            </a:r>
          </a:p>
          <a:p>
            <a:endParaRPr lang="en-GB">
              <a:solidFill>
                <a:schemeClr val="tx1"/>
              </a:solidFill>
            </a:endParaRPr>
          </a:p>
          <a:p>
            <a:r>
              <a:rPr lang="en-GB">
                <a:solidFill>
                  <a:schemeClr val="tx1"/>
                </a:solidFill>
              </a:rPr>
              <a:t>Attention-based saliency Maps(for vision Transformers): Visualizes the important regions of an image that led to a specific classification, often using techniques like Layer-wise Relevance Propagation (LRP). </a:t>
            </a:r>
          </a:p>
          <a:p>
            <a:endParaRPr lang="en-GB">
              <a:solidFill>
                <a:schemeClr val="tx1"/>
              </a:solidFill>
            </a:endParaRPr>
          </a:p>
          <a:p>
            <a:endParaRPr lang="en-GB">
              <a:solidFill>
                <a:schemeClr val="tx1"/>
              </a:solidFill>
            </a:endParaRPr>
          </a:p>
        </p:txBody>
      </p:sp>
    </p:spTree>
    <p:extLst>
      <p:ext uri="{BB962C8B-B14F-4D97-AF65-F5344CB8AC3E}">
        <p14:creationId xmlns:p14="http://schemas.microsoft.com/office/powerpoint/2010/main" val="1323667188"/>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a:extLst>
            <a:ext uri="{FF2B5EF4-FFF2-40B4-BE49-F238E27FC236}">
              <a16:creationId xmlns:a16="http://schemas.microsoft.com/office/drawing/2014/main" id="{4D8B7B55-80C8-269B-AA32-32205EF2C2B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1109B5D-BC35-4376-98A2-F53B03E4E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2" name="Freeform 5">
            <a:extLst>
              <a:ext uri="{FF2B5EF4-FFF2-40B4-BE49-F238E27FC236}">
                <a16:creationId xmlns:a16="http://schemas.microsoft.com/office/drawing/2014/main" id="{94D90C11-98A3-40E3-B04C-A3025D6458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4" name="Title 3">
            <a:extLst>
              <a:ext uri="{FF2B5EF4-FFF2-40B4-BE49-F238E27FC236}">
                <a16:creationId xmlns:a16="http://schemas.microsoft.com/office/drawing/2014/main" id="{904ECE85-7C7B-22BE-4AAE-B99A8E87EC90}"/>
              </a:ext>
            </a:extLst>
          </p:cNvPr>
          <p:cNvSpPr>
            <a:spLocks noGrp="1"/>
          </p:cNvSpPr>
          <p:nvPr>
            <p:ph type="title"/>
          </p:nvPr>
        </p:nvSpPr>
        <p:spPr>
          <a:xfrm>
            <a:off x="967791" y="1449324"/>
            <a:ext cx="2621734" cy="4391640"/>
          </a:xfrm>
        </p:spPr>
        <p:txBody>
          <a:bodyPr anchor="t">
            <a:normAutofit/>
          </a:bodyPr>
          <a:lstStyle/>
          <a:p>
            <a:r>
              <a:rPr lang="en-GB" sz="2800">
                <a:solidFill>
                  <a:schemeClr val="tx1"/>
                </a:solidFill>
              </a:rPr>
              <a:t>Industry visualization( Model structure &amp; Flow visualization)</a:t>
            </a:r>
          </a:p>
        </p:txBody>
      </p:sp>
      <p:sp>
        <p:nvSpPr>
          <p:cNvPr id="14" name="Rectangle 13">
            <a:extLst>
              <a:ext uri="{FF2B5EF4-FFF2-40B4-BE49-F238E27FC236}">
                <a16:creationId xmlns:a16="http://schemas.microsoft.com/office/drawing/2014/main" id="{A3B28FB1-97C9-4A9E-A45B-356508C2C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 name="Subtitle 4">
            <a:extLst>
              <a:ext uri="{FF2B5EF4-FFF2-40B4-BE49-F238E27FC236}">
                <a16:creationId xmlns:a16="http://schemas.microsoft.com/office/drawing/2014/main" id="{FFDE163F-EE2A-BA30-33C7-75C0F4056F5A}"/>
              </a:ext>
            </a:extLst>
          </p:cNvPr>
          <p:cNvSpPr>
            <a:spLocks noGrp="1"/>
          </p:cNvSpPr>
          <p:nvPr>
            <p:ph idx="1"/>
          </p:nvPr>
        </p:nvSpPr>
        <p:spPr>
          <a:xfrm>
            <a:off x="3750393" y="1449324"/>
            <a:ext cx="6230220" cy="4391640"/>
          </a:xfrm>
        </p:spPr>
        <p:txBody>
          <a:bodyPr>
            <a:normAutofit/>
          </a:bodyPr>
          <a:lstStyle/>
          <a:p>
            <a:r>
              <a:rPr lang="en-GB">
                <a:solidFill>
                  <a:schemeClr val="tx1"/>
                </a:solidFill>
              </a:rPr>
              <a:t>Sankey Diagram/Flow Visualization: Shows the flow of data through the model’s components, such as self-attention and MLP blocks</a:t>
            </a:r>
          </a:p>
          <a:p>
            <a:endParaRPr lang="en-GB">
              <a:solidFill>
                <a:schemeClr val="tx1"/>
              </a:solidFill>
            </a:endParaRPr>
          </a:p>
          <a:p>
            <a:endParaRPr lang="en-GB">
              <a:solidFill>
                <a:schemeClr val="tx1"/>
              </a:solidFill>
            </a:endParaRPr>
          </a:p>
          <a:p>
            <a:r>
              <a:rPr lang="en-GB">
                <a:solidFill>
                  <a:schemeClr val="tx1"/>
                </a:solidFill>
              </a:rPr>
              <a:t>Layer-wise visualization: Allows for the analysis of attention patterns across different layers</a:t>
            </a:r>
          </a:p>
          <a:p>
            <a:endParaRPr lang="en-GB">
              <a:solidFill>
                <a:schemeClr val="tx1"/>
              </a:solidFill>
            </a:endParaRPr>
          </a:p>
          <a:p>
            <a:endParaRPr lang="en-GB">
              <a:solidFill>
                <a:schemeClr val="tx1"/>
              </a:solidFill>
            </a:endParaRPr>
          </a:p>
          <a:p>
            <a:endParaRPr lang="en-GB">
              <a:solidFill>
                <a:schemeClr val="tx1"/>
              </a:solidFill>
            </a:endParaRPr>
          </a:p>
          <a:p>
            <a:r>
              <a:rPr lang="en-GB">
                <a:solidFill>
                  <a:schemeClr val="tx1"/>
                </a:solidFill>
              </a:rPr>
              <a:t>Interactive Computational Graphs: Visualizes the “inner workings” of the transformer</a:t>
            </a:r>
          </a:p>
        </p:txBody>
      </p:sp>
    </p:spTree>
    <p:extLst>
      <p:ext uri="{BB962C8B-B14F-4D97-AF65-F5344CB8AC3E}">
        <p14:creationId xmlns:p14="http://schemas.microsoft.com/office/powerpoint/2010/main" val="428532347"/>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1F92CB-E72C-530C-8C42-E9F5DBCC5C3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robot with human face">
            <a:extLst>
              <a:ext uri="{FF2B5EF4-FFF2-40B4-BE49-F238E27FC236}">
                <a16:creationId xmlns:a16="http://schemas.microsoft.com/office/drawing/2014/main" id="{85FE0E73-6EC5-04EA-4466-1B154E89FE12}"/>
              </a:ext>
            </a:extLst>
          </p:cNvPr>
          <p:cNvPicPr>
            <a:picLocks noChangeAspect="1"/>
          </p:cNvPicPr>
          <p:nvPr/>
        </p:nvPicPr>
        <p:blipFill>
          <a:blip r:embed="rId2">
            <a:alphaModFix amt="40000"/>
          </a:blip>
          <a:srcRect b="15730"/>
          <a:stretch>
            <a:fillRect/>
          </a:stretch>
        </p:blipFill>
        <p:spPr>
          <a:xfrm>
            <a:off x="20" y="10"/>
            <a:ext cx="12191980" cy="6857990"/>
          </a:xfrm>
          <a:prstGeom prst="rect">
            <a:avLst/>
          </a:prstGeom>
        </p:spPr>
      </p:pic>
      <p:sp>
        <p:nvSpPr>
          <p:cNvPr id="4" name="Title 3">
            <a:extLst>
              <a:ext uri="{FF2B5EF4-FFF2-40B4-BE49-F238E27FC236}">
                <a16:creationId xmlns:a16="http://schemas.microsoft.com/office/drawing/2014/main" id="{D9405820-B315-F925-FB39-51976B42C816}"/>
              </a:ext>
            </a:extLst>
          </p:cNvPr>
          <p:cNvSpPr>
            <a:spLocks noGrp="1"/>
          </p:cNvSpPr>
          <p:nvPr>
            <p:ph type="title"/>
          </p:nvPr>
        </p:nvSpPr>
        <p:spPr>
          <a:xfrm>
            <a:off x="1154954" y="973668"/>
            <a:ext cx="8761413" cy="706964"/>
          </a:xfrm>
        </p:spPr>
        <p:txBody>
          <a:bodyPr>
            <a:normAutofit/>
          </a:bodyPr>
          <a:lstStyle/>
          <a:p>
            <a:pPr>
              <a:lnSpc>
                <a:spcPct val="90000"/>
              </a:lnSpc>
            </a:pPr>
            <a:r>
              <a:rPr lang="en-GB" sz="2300">
                <a:solidFill>
                  <a:schemeClr val="tx1"/>
                </a:solidFill>
              </a:rPr>
              <a:t>Industry visualization (Interpretability &amp; Debugging Tools)</a:t>
            </a:r>
          </a:p>
        </p:txBody>
      </p:sp>
      <p:sp>
        <p:nvSpPr>
          <p:cNvPr id="5" name="Subtitle 4">
            <a:extLst>
              <a:ext uri="{FF2B5EF4-FFF2-40B4-BE49-F238E27FC236}">
                <a16:creationId xmlns:a16="http://schemas.microsoft.com/office/drawing/2014/main" id="{0241E950-1303-E24A-6427-F7E2C479797A}"/>
              </a:ext>
            </a:extLst>
          </p:cNvPr>
          <p:cNvSpPr>
            <a:spLocks noGrp="1"/>
          </p:cNvSpPr>
          <p:nvPr>
            <p:ph idx="1"/>
          </p:nvPr>
        </p:nvSpPr>
        <p:spPr>
          <a:xfrm>
            <a:off x="1154954" y="2603500"/>
            <a:ext cx="8825659" cy="3416300"/>
          </a:xfrm>
        </p:spPr>
        <p:txBody>
          <a:bodyPr>
            <a:normAutofit/>
          </a:bodyPr>
          <a:lstStyle/>
          <a:p>
            <a:pPr>
              <a:lnSpc>
                <a:spcPct val="90000"/>
              </a:lnSpc>
            </a:pPr>
            <a:r>
              <a:rPr lang="en-GB" sz="1500">
                <a:solidFill>
                  <a:schemeClr val="tx1"/>
                </a:solidFill>
              </a:rPr>
              <a:t>Head </a:t>
            </a:r>
            <a:r>
              <a:rPr lang="en-GB" sz="1500" i="1">
                <a:solidFill>
                  <a:schemeClr val="tx1"/>
                </a:solidFill>
              </a:rPr>
              <a:t>importance Metrics: </a:t>
            </a:r>
            <a:r>
              <a:rPr lang="en-GB" sz="1500">
                <a:solidFill>
                  <a:schemeClr val="tx1"/>
                </a:solidFill>
              </a:rPr>
              <a:t>Visualizes which attention heads have the highest impact on the final output.</a:t>
            </a:r>
          </a:p>
          <a:p>
            <a:pPr>
              <a:lnSpc>
                <a:spcPct val="90000"/>
              </a:lnSpc>
            </a:pPr>
            <a:endParaRPr lang="en-GB" sz="1500">
              <a:solidFill>
                <a:schemeClr val="tx1"/>
              </a:solidFill>
            </a:endParaRPr>
          </a:p>
          <a:p>
            <a:pPr>
              <a:lnSpc>
                <a:spcPct val="90000"/>
              </a:lnSpc>
            </a:pPr>
            <a:r>
              <a:rPr lang="en-GB" sz="1500">
                <a:solidFill>
                  <a:schemeClr val="tx1"/>
                </a:solidFill>
              </a:rPr>
              <a:t>Attention Strength Vector (Spatial Distribution)</a:t>
            </a:r>
            <a:r>
              <a:rPr lang="en-GB" sz="1500" b="1">
                <a:solidFill>
                  <a:schemeClr val="tx1"/>
                </a:solidFill>
              </a:rPr>
              <a:t>:</a:t>
            </a:r>
            <a:r>
              <a:rPr lang="en-GB" sz="1500">
                <a:solidFill>
                  <a:schemeClr val="tx1"/>
                </a:solidFill>
              </a:rPr>
              <a:t> Profiles how patches attend to near/far neighbors, which is crucial for understanding 2D spatial context in Vision Transformers (ViT).</a:t>
            </a:r>
          </a:p>
          <a:p>
            <a:pPr>
              <a:lnSpc>
                <a:spcPct val="90000"/>
              </a:lnSpc>
            </a:pPr>
            <a:endParaRPr lang="en-GB" sz="1500">
              <a:solidFill>
                <a:schemeClr val="tx1"/>
              </a:solidFill>
            </a:endParaRPr>
          </a:p>
          <a:p>
            <a:pPr>
              <a:lnSpc>
                <a:spcPct val="90000"/>
              </a:lnSpc>
            </a:pPr>
            <a:r>
              <a:rPr lang="en-GB" sz="1500">
                <a:solidFill>
                  <a:schemeClr val="tx1"/>
                </a:solidFill>
              </a:rPr>
              <a:t>Clustering &amp; Pattern Analysis</a:t>
            </a:r>
            <a:r>
              <a:rPr lang="en-GB" sz="1500" b="1">
                <a:solidFill>
                  <a:schemeClr val="tx1"/>
                </a:solidFill>
              </a:rPr>
              <a:t>:</a:t>
            </a:r>
            <a:r>
              <a:rPr lang="en-GB" sz="1500">
                <a:solidFill>
                  <a:schemeClr val="tx1"/>
                </a:solidFill>
              </a:rPr>
              <a:t> Uses techniques like t-SNE to cluster similar attention patterns</a:t>
            </a:r>
          </a:p>
          <a:p>
            <a:pPr>
              <a:lnSpc>
                <a:spcPct val="90000"/>
              </a:lnSpc>
            </a:pPr>
            <a:endParaRPr lang="en-GB" sz="1500">
              <a:solidFill>
                <a:schemeClr val="tx1"/>
              </a:solidFill>
            </a:endParaRPr>
          </a:p>
          <a:p>
            <a:pPr>
              <a:lnSpc>
                <a:spcPct val="90000"/>
              </a:lnSpc>
            </a:pPr>
            <a:r>
              <a:rPr lang="en-GB" sz="1500">
                <a:solidFill>
                  <a:schemeClr val="tx1"/>
                </a:solidFill>
              </a:rPr>
              <a:t>Vocabulary Projection: Projects weights and hidden states of LLMs to their vocabulary, making them more interpretable. </a:t>
            </a:r>
          </a:p>
          <a:p>
            <a:pPr>
              <a:lnSpc>
                <a:spcPct val="90000"/>
              </a:lnSpc>
            </a:pPr>
            <a:endParaRPr lang="en-GB" sz="1500">
              <a:solidFill>
                <a:schemeClr val="tx1"/>
              </a:solidFill>
            </a:endParaRPr>
          </a:p>
          <a:p>
            <a:pPr>
              <a:lnSpc>
                <a:spcPct val="90000"/>
              </a:lnSpc>
            </a:pPr>
            <a:endParaRPr lang="en-GB" sz="1500">
              <a:solidFill>
                <a:schemeClr val="tx1"/>
              </a:solidFill>
            </a:endParaRPr>
          </a:p>
          <a:p>
            <a:pPr>
              <a:lnSpc>
                <a:spcPct val="90000"/>
              </a:lnSpc>
            </a:pPr>
            <a:endParaRPr lang="en-GB" sz="1500">
              <a:solidFill>
                <a:schemeClr val="tx1"/>
              </a:solidFill>
            </a:endParaRPr>
          </a:p>
        </p:txBody>
      </p:sp>
    </p:spTree>
    <p:extLst>
      <p:ext uri="{BB962C8B-B14F-4D97-AF65-F5344CB8AC3E}">
        <p14:creationId xmlns:p14="http://schemas.microsoft.com/office/powerpoint/2010/main" val="3541511133"/>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A24319-8EB5-207A-67FD-BD189BF9D2DE}"/>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Laboratory glassware containing solution">
            <a:extLst>
              <a:ext uri="{FF2B5EF4-FFF2-40B4-BE49-F238E27FC236}">
                <a16:creationId xmlns:a16="http://schemas.microsoft.com/office/drawing/2014/main" id="{09D5C768-742A-0C6F-5DE5-B07944DBEC60}"/>
              </a:ext>
            </a:extLst>
          </p:cNvPr>
          <p:cNvPicPr>
            <a:picLocks noChangeAspect="1"/>
          </p:cNvPicPr>
          <p:nvPr/>
        </p:nvPicPr>
        <p:blipFill>
          <a:blip r:embed="rId2">
            <a:alphaModFix amt="40000"/>
          </a:blip>
          <a:srcRect t="25000"/>
          <a:stretch>
            <a:fillRect/>
          </a:stretch>
        </p:blipFill>
        <p:spPr>
          <a:xfrm>
            <a:off x="20" y="10"/>
            <a:ext cx="12191980" cy="6857990"/>
          </a:xfrm>
          <a:prstGeom prst="rect">
            <a:avLst/>
          </a:prstGeom>
        </p:spPr>
      </p:pic>
      <p:sp>
        <p:nvSpPr>
          <p:cNvPr id="4" name="Title 3">
            <a:extLst>
              <a:ext uri="{FF2B5EF4-FFF2-40B4-BE49-F238E27FC236}">
                <a16:creationId xmlns:a16="http://schemas.microsoft.com/office/drawing/2014/main" id="{50158A34-56FB-12E6-E53F-0F1EF6C61017}"/>
              </a:ext>
            </a:extLst>
          </p:cNvPr>
          <p:cNvSpPr>
            <a:spLocks noGrp="1"/>
          </p:cNvSpPr>
          <p:nvPr>
            <p:ph type="title"/>
          </p:nvPr>
        </p:nvSpPr>
        <p:spPr>
          <a:xfrm>
            <a:off x="1154954" y="973668"/>
            <a:ext cx="8761413" cy="706964"/>
          </a:xfrm>
        </p:spPr>
        <p:txBody>
          <a:bodyPr>
            <a:normAutofit/>
          </a:bodyPr>
          <a:lstStyle/>
          <a:p>
            <a:r>
              <a:rPr lang="en-GB">
                <a:solidFill>
                  <a:schemeClr val="tx1"/>
                </a:solidFill>
              </a:rPr>
              <a:t>Skills needed to complete this project</a:t>
            </a:r>
          </a:p>
        </p:txBody>
      </p:sp>
      <p:sp>
        <p:nvSpPr>
          <p:cNvPr id="5" name="Subtitle 4">
            <a:extLst>
              <a:ext uri="{FF2B5EF4-FFF2-40B4-BE49-F238E27FC236}">
                <a16:creationId xmlns:a16="http://schemas.microsoft.com/office/drawing/2014/main" id="{7E5AE85D-1187-C61D-7C03-5C15E466D07B}"/>
              </a:ext>
            </a:extLst>
          </p:cNvPr>
          <p:cNvSpPr>
            <a:spLocks noGrp="1"/>
          </p:cNvSpPr>
          <p:nvPr>
            <p:ph idx="1"/>
          </p:nvPr>
        </p:nvSpPr>
        <p:spPr>
          <a:xfrm>
            <a:off x="1154954" y="2603500"/>
            <a:ext cx="8825659" cy="3416300"/>
          </a:xfrm>
        </p:spPr>
        <p:txBody>
          <a:bodyPr>
            <a:normAutofit/>
          </a:bodyPr>
          <a:lstStyle/>
          <a:p>
            <a:pPr fontAlgn="base"/>
            <a:r>
              <a:rPr lang="en-GB" dirty="0">
                <a:solidFill>
                  <a:schemeClr val="tx1"/>
                </a:solidFill>
              </a:rPr>
              <a:t>HTML/CSS/JavaScript</a:t>
            </a:r>
          </a:p>
          <a:p>
            <a:pPr fontAlgn="base"/>
            <a:r>
              <a:rPr lang="en-GB" dirty="0">
                <a:solidFill>
                  <a:schemeClr val="tx1"/>
                </a:solidFill>
              </a:rPr>
              <a:t>Vue + Typescript</a:t>
            </a:r>
          </a:p>
          <a:p>
            <a:pPr fontAlgn="base"/>
            <a:r>
              <a:rPr lang="en-GB" dirty="0">
                <a:solidFill>
                  <a:schemeClr val="tx1"/>
                </a:solidFill>
              </a:rPr>
              <a:t>Flask REST APIs</a:t>
            </a:r>
          </a:p>
          <a:p>
            <a:pPr fontAlgn="base"/>
            <a:r>
              <a:rPr lang="en-GB" dirty="0">
                <a:solidFill>
                  <a:schemeClr val="tx1"/>
                </a:solidFill>
              </a:rPr>
              <a:t>D3.js</a:t>
            </a:r>
          </a:p>
          <a:p>
            <a:pPr fontAlgn="base"/>
            <a:r>
              <a:rPr lang="en-GB" dirty="0">
                <a:solidFill>
                  <a:schemeClr val="tx1"/>
                </a:solidFill>
              </a:rPr>
              <a:t>Docker </a:t>
            </a:r>
          </a:p>
          <a:p>
            <a:pPr fontAlgn="base"/>
            <a:r>
              <a:rPr lang="en-GB" dirty="0">
                <a:solidFill>
                  <a:schemeClr val="tx1"/>
                </a:solidFill>
              </a:rPr>
              <a:t>AWS deployment</a:t>
            </a:r>
          </a:p>
          <a:p>
            <a:pPr fontAlgn="base"/>
            <a:r>
              <a:rPr lang="en-GB" dirty="0" err="1">
                <a:solidFill>
                  <a:schemeClr val="tx1"/>
                </a:solidFill>
              </a:rPr>
              <a:t>Gunicorn</a:t>
            </a:r>
            <a:r>
              <a:rPr lang="en-GB" dirty="0">
                <a:solidFill>
                  <a:schemeClr val="tx1"/>
                </a:solidFill>
              </a:rPr>
              <a:t> setup</a:t>
            </a:r>
          </a:p>
          <a:p>
            <a:pPr fontAlgn="base"/>
            <a:r>
              <a:rPr lang="en-GB" dirty="0">
                <a:solidFill>
                  <a:schemeClr val="tx1"/>
                </a:solidFill>
              </a:rPr>
              <a:t>Data Structures and algorithm</a:t>
            </a:r>
          </a:p>
          <a:p>
            <a:endParaRPr lang="en-GB" dirty="0">
              <a:solidFill>
                <a:schemeClr val="tx1"/>
              </a:solidFill>
            </a:endParaRPr>
          </a:p>
        </p:txBody>
      </p:sp>
    </p:spTree>
    <p:extLst>
      <p:ext uri="{BB962C8B-B14F-4D97-AF65-F5344CB8AC3E}">
        <p14:creationId xmlns:p14="http://schemas.microsoft.com/office/powerpoint/2010/main" val="3509010102"/>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DEC681-0A6B-49E0-C60A-438DD634EE0E}"/>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6503EB0F-2257-4A3E-A73B-E1DE769B45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id="{77012B2A-0D78-433A-8C68-8889D3DCD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3" name="Freeform 5">
              <a:extLst>
                <a:ext uri="{FF2B5EF4-FFF2-40B4-BE49-F238E27FC236}">
                  <a16:creationId xmlns:a16="http://schemas.microsoft.com/office/drawing/2014/main" id="{119D0202-ED3F-47CC-90E9-4E963BCDAB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15" name="Rectangle 14">
            <a:extLst>
              <a:ext uri="{FF2B5EF4-FFF2-40B4-BE49-F238E27FC236}">
                <a16:creationId xmlns:a16="http://schemas.microsoft.com/office/drawing/2014/main" id="{670D6F2B-93AF-47D6-9378-5E54BE0AC6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17" name="Rectangle 16">
            <a:extLst>
              <a:ext uri="{FF2B5EF4-FFF2-40B4-BE49-F238E27FC236}">
                <a16:creationId xmlns:a16="http://schemas.microsoft.com/office/drawing/2014/main" id="{491A5E26-1F21-459D-8C03-ADB057B090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bstract particle graph background">
            <a:extLst>
              <a:ext uri="{FF2B5EF4-FFF2-40B4-BE49-F238E27FC236}">
                <a16:creationId xmlns:a16="http://schemas.microsoft.com/office/drawing/2014/main" id="{CE218FA6-847C-430C-BE4F-D0DEE14DA854}"/>
              </a:ext>
            </a:extLst>
          </p:cNvPr>
          <p:cNvPicPr>
            <a:picLocks noChangeAspect="1"/>
          </p:cNvPicPr>
          <p:nvPr/>
        </p:nvPicPr>
        <p:blipFill>
          <a:blip r:embed="rId3">
            <a:alphaModFix amt="40000"/>
          </a:blip>
          <a:srcRect t="15730"/>
          <a:stretch>
            <a:fillRect/>
          </a:stretch>
        </p:blipFill>
        <p:spPr>
          <a:xfrm>
            <a:off x="20" y="10"/>
            <a:ext cx="12191980" cy="6857990"/>
          </a:xfrm>
          <a:prstGeom prst="rect">
            <a:avLst/>
          </a:prstGeom>
        </p:spPr>
      </p:pic>
      <p:sp>
        <p:nvSpPr>
          <p:cNvPr id="4" name="Title 3">
            <a:extLst>
              <a:ext uri="{FF2B5EF4-FFF2-40B4-BE49-F238E27FC236}">
                <a16:creationId xmlns:a16="http://schemas.microsoft.com/office/drawing/2014/main" id="{D0FF595A-FC00-B1A3-F324-72C7EC6F1A6A}"/>
              </a:ext>
            </a:extLst>
          </p:cNvPr>
          <p:cNvSpPr>
            <a:spLocks noGrp="1"/>
          </p:cNvSpPr>
          <p:nvPr>
            <p:ph type="title"/>
          </p:nvPr>
        </p:nvSpPr>
        <p:spPr>
          <a:xfrm>
            <a:off x="1154955" y="2099733"/>
            <a:ext cx="8825658" cy="2677648"/>
          </a:xfrm>
        </p:spPr>
        <p:txBody>
          <a:bodyPr vert="horz" lIns="91440" tIns="45720" rIns="91440" bIns="45720" rtlCol="0" anchor="b">
            <a:normAutofit/>
          </a:bodyPr>
          <a:lstStyle/>
          <a:p>
            <a:r>
              <a:rPr lang="en-US" sz="5400" dirty="0">
                <a:solidFill>
                  <a:schemeClr val="tx1"/>
                </a:solidFill>
              </a:rPr>
              <a:t>Transformer Visualization via Dictionary learning</a:t>
            </a:r>
          </a:p>
        </p:txBody>
      </p:sp>
      <p:sp>
        <p:nvSpPr>
          <p:cNvPr id="5" name="Subtitle 4">
            <a:extLst>
              <a:ext uri="{FF2B5EF4-FFF2-40B4-BE49-F238E27FC236}">
                <a16:creationId xmlns:a16="http://schemas.microsoft.com/office/drawing/2014/main" id="{F96924B5-3377-9300-14C0-7480D25D2ED4}"/>
              </a:ext>
            </a:extLst>
          </p:cNvPr>
          <p:cNvSpPr>
            <a:spLocks noGrp="1"/>
          </p:cNvSpPr>
          <p:nvPr>
            <p:ph idx="1"/>
          </p:nvPr>
        </p:nvSpPr>
        <p:spPr>
          <a:xfrm>
            <a:off x="1154955" y="4777380"/>
            <a:ext cx="8825658" cy="861420"/>
          </a:xfrm>
        </p:spPr>
        <p:txBody>
          <a:bodyPr vert="horz" lIns="91440" tIns="45720" rIns="91440" bIns="45720" rtlCol="0" anchor="t">
            <a:normAutofit/>
          </a:bodyPr>
          <a:lstStyle/>
          <a:p>
            <a:pPr marL="0" indent="0">
              <a:buNone/>
            </a:pPr>
            <a:r>
              <a:rPr lang="en-US" cap="all">
                <a:solidFill>
                  <a:schemeClr val="tx1"/>
                </a:solidFill>
              </a:rPr>
              <a:t>Explainable AI with visual analytics</a:t>
            </a:r>
          </a:p>
        </p:txBody>
      </p:sp>
    </p:spTree>
    <p:extLst>
      <p:ext uri="{BB962C8B-B14F-4D97-AF65-F5344CB8AC3E}">
        <p14:creationId xmlns:p14="http://schemas.microsoft.com/office/powerpoint/2010/main" val="167583671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03FD85-D0DE-C903-47E6-607BBDB048C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8D0A12-D8FF-2C66-CE1E-6CC51A6B9E34}"/>
              </a:ext>
            </a:extLst>
          </p:cNvPr>
          <p:cNvSpPr>
            <a:spLocks noGrp="1"/>
          </p:cNvSpPr>
          <p:nvPr>
            <p:ph type="title"/>
          </p:nvPr>
        </p:nvSpPr>
        <p:spPr/>
        <p:txBody>
          <a:bodyPr>
            <a:normAutofit/>
          </a:bodyPr>
          <a:lstStyle/>
          <a:p>
            <a:pPr>
              <a:lnSpc>
                <a:spcPct val="90000"/>
              </a:lnSpc>
            </a:pPr>
            <a:r>
              <a:rPr lang="en-GB" sz="2300" dirty="0">
                <a:solidFill>
                  <a:srgbClr val="EBEBEB"/>
                </a:solidFill>
              </a:rPr>
              <a:t>Introduction</a:t>
            </a:r>
          </a:p>
        </p:txBody>
      </p:sp>
      <p:sp>
        <p:nvSpPr>
          <p:cNvPr id="6" name="Content Placeholder 5">
            <a:extLst>
              <a:ext uri="{FF2B5EF4-FFF2-40B4-BE49-F238E27FC236}">
                <a16:creationId xmlns:a16="http://schemas.microsoft.com/office/drawing/2014/main" id="{599BA4C0-6742-55D9-E334-EFF061A6A62F}"/>
              </a:ext>
            </a:extLst>
          </p:cNvPr>
          <p:cNvSpPr>
            <a:spLocks noGrp="1"/>
          </p:cNvSpPr>
          <p:nvPr>
            <p:ph idx="1"/>
          </p:nvPr>
        </p:nvSpPr>
        <p:spPr/>
        <p:txBody>
          <a:bodyPr>
            <a:normAutofit lnSpcReduction="10000"/>
          </a:bodyPr>
          <a:lstStyle/>
          <a:p>
            <a:endParaRPr lang="en-US" dirty="0"/>
          </a:p>
          <a:p>
            <a:r>
              <a:rPr lang="en-US" dirty="0"/>
              <a:t>Current technique used to interpret transformers is “Probing task”. This is done by attaching a light-weight auxiliary classifier at the output of the target transformer layer.</a:t>
            </a:r>
          </a:p>
          <a:p>
            <a:endParaRPr lang="en-US" dirty="0"/>
          </a:p>
          <a:p>
            <a:endParaRPr lang="en-US" dirty="0"/>
          </a:p>
          <a:p>
            <a:endParaRPr lang="en-US" dirty="0"/>
          </a:p>
          <a:p>
            <a:r>
              <a:rPr lang="en-US" dirty="0"/>
              <a:t>The auxiliary classifier is then trained on well-known NLP tasks like part-of-speech (POS) tagging, Named-entity recognition (NER) Tagging, syntactic Dependency</a:t>
            </a:r>
            <a:endParaRPr lang="en-GB" dirty="0"/>
          </a:p>
        </p:txBody>
      </p:sp>
    </p:spTree>
    <p:extLst>
      <p:ext uri="{BB962C8B-B14F-4D97-AF65-F5344CB8AC3E}">
        <p14:creationId xmlns:p14="http://schemas.microsoft.com/office/powerpoint/2010/main" val="4068388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16FCF0-66CD-9E1C-6604-D8F96FD36EFD}"/>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nvGrpSpPr>
          <p:cNvPr id="24" name="Group 23">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25" name="Rectangle 24">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6"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GB"/>
            </a:p>
          </p:txBody>
        </p:sp>
      </p:grpSp>
      <p:sp>
        <p:nvSpPr>
          <p:cNvPr id="4" name="Title 3">
            <a:extLst>
              <a:ext uri="{FF2B5EF4-FFF2-40B4-BE49-F238E27FC236}">
                <a16:creationId xmlns:a16="http://schemas.microsoft.com/office/drawing/2014/main" id="{BFCB0EE0-5306-E1CA-5C45-FB3C01F198B5}"/>
              </a:ext>
            </a:extLst>
          </p:cNvPr>
          <p:cNvSpPr>
            <a:spLocks noGrp="1"/>
          </p:cNvSpPr>
          <p:nvPr>
            <p:ph type="title"/>
          </p:nvPr>
        </p:nvSpPr>
        <p:spPr>
          <a:xfrm>
            <a:off x="1000372" y="1209957"/>
            <a:ext cx="3034580" cy="4438087"/>
          </a:xfrm>
        </p:spPr>
        <p:txBody>
          <a:bodyPr anchor="ctr">
            <a:normAutofit/>
          </a:bodyPr>
          <a:lstStyle/>
          <a:p>
            <a:pPr algn="r"/>
            <a:r>
              <a:rPr lang="en-US" sz="3200">
                <a:solidFill>
                  <a:schemeClr val="tx1"/>
                </a:solidFill>
              </a:rPr>
              <a:t>The limitations of probing tasks</a:t>
            </a:r>
            <a:endParaRPr lang="en-GB" sz="3200">
              <a:solidFill>
                <a:schemeClr val="tx1"/>
              </a:solidFill>
            </a:endParaRPr>
          </a:p>
        </p:txBody>
      </p:sp>
      <p:cxnSp>
        <p:nvCxnSpPr>
          <p:cNvPr id="27" name="Straight Connector 26">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28" name="Content Placeholder 5">
            <a:extLst>
              <a:ext uri="{FF2B5EF4-FFF2-40B4-BE49-F238E27FC236}">
                <a16:creationId xmlns:a16="http://schemas.microsoft.com/office/drawing/2014/main" id="{6C19D3B0-2A87-63D8-77CB-4F015A79E8E3}"/>
              </a:ext>
            </a:extLst>
          </p:cNvPr>
          <p:cNvSpPr>
            <a:spLocks noGrp="1"/>
          </p:cNvSpPr>
          <p:nvPr>
            <p:ph idx="1"/>
          </p:nvPr>
        </p:nvSpPr>
        <p:spPr>
          <a:xfrm>
            <a:off x="4678424" y="1059025"/>
            <a:ext cx="5302189" cy="4739950"/>
          </a:xfrm>
        </p:spPr>
        <p:txBody>
          <a:bodyPr anchor="ctr">
            <a:normAutofit/>
          </a:bodyPr>
          <a:lstStyle/>
          <a:p>
            <a:endParaRPr lang="en-US">
              <a:solidFill>
                <a:schemeClr val="tx1"/>
              </a:solidFill>
            </a:endParaRPr>
          </a:p>
          <a:p>
            <a:r>
              <a:rPr lang="en-US">
                <a:solidFill>
                  <a:schemeClr val="tx1"/>
                </a:solidFill>
              </a:rPr>
              <a:t>POS and NER are too simple.</a:t>
            </a:r>
          </a:p>
          <a:p>
            <a:endParaRPr lang="en-US">
              <a:solidFill>
                <a:schemeClr val="tx1"/>
              </a:solidFill>
            </a:endParaRPr>
          </a:p>
          <a:p>
            <a:r>
              <a:rPr lang="en-US">
                <a:solidFill>
                  <a:schemeClr val="tx1"/>
                </a:solidFill>
              </a:rPr>
              <a:t>Probing tasks can only verify whether a certain prior structure is learned in a language model.</a:t>
            </a:r>
          </a:p>
          <a:p>
            <a:pPr marL="0" indent="0">
              <a:buNone/>
            </a:pPr>
            <a:endParaRPr lang="en-US">
              <a:solidFill>
                <a:schemeClr val="tx1"/>
              </a:solidFill>
            </a:endParaRPr>
          </a:p>
          <a:p>
            <a:pPr lvl="0"/>
            <a:r>
              <a:rPr lang="en-US">
                <a:solidFill>
                  <a:schemeClr val="tx1"/>
                </a:solidFill>
              </a:rPr>
              <a:t>It’s hard to locate where exactly the related linguistic representation is learned in the transformer</a:t>
            </a:r>
            <a:endParaRPr lang="en-GB">
              <a:solidFill>
                <a:schemeClr val="tx1"/>
              </a:solidFill>
            </a:endParaRPr>
          </a:p>
        </p:txBody>
      </p:sp>
    </p:spTree>
    <p:extLst>
      <p:ext uri="{BB962C8B-B14F-4D97-AF65-F5344CB8AC3E}">
        <p14:creationId xmlns:p14="http://schemas.microsoft.com/office/powerpoint/2010/main" val="2714668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AFD5AC-0CBD-C065-4DB4-C04AB029BF0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D478F3-6598-D66B-DC0B-847938363FD9}"/>
              </a:ext>
            </a:extLst>
          </p:cNvPr>
          <p:cNvSpPr>
            <a:spLocks noGrp="1"/>
          </p:cNvSpPr>
          <p:nvPr>
            <p:ph type="title"/>
          </p:nvPr>
        </p:nvSpPr>
        <p:spPr/>
        <p:txBody>
          <a:bodyPr>
            <a:normAutofit/>
          </a:bodyPr>
          <a:lstStyle/>
          <a:p>
            <a:pPr>
              <a:lnSpc>
                <a:spcPct val="90000"/>
              </a:lnSpc>
            </a:pPr>
            <a:r>
              <a:rPr lang="en-US" dirty="0"/>
              <a:t>The limitations of probing tasks</a:t>
            </a:r>
            <a:endParaRPr lang="en-GB" sz="2300" dirty="0">
              <a:solidFill>
                <a:srgbClr val="EBEBEB"/>
              </a:solidFill>
            </a:endParaRPr>
          </a:p>
        </p:txBody>
      </p:sp>
      <p:sp>
        <p:nvSpPr>
          <p:cNvPr id="6" name="Content Placeholder 5">
            <a:extLst>
              <a:ext uri="{FF2B5EF4-FFF2-40B4-BE49-F238E27FC236}">
                <a16:creationId xmlns:a16="http://schemas.microsoft.com/office/drawing/2014/main" id="{E7B0319C-35A8-404E-482F-721F6120E890}"/>
              </a:ext>
            </a:extLst>
          </p:cNvPr>
          <p:cNvSpPr>
            <a:spLocks noGrp="1"/>
          </p:cNvSpPr>
          <p:nvPr>
            <p:ph idx="1"/>
          </p:nvPr>
        </p:nvSpPr>
        <p:spPr/>
        <p:txBody>
          <a:bodyPr>
            <a:normAutofit/>
          </a:bodyPr>
          <a:lstStyle/>
          <a:p>
            <a:r>
              <a:rPr lang="en-US" dirty="0"/>
              <a:t>The paper hypothesizes that contextualized word embedding as a sparse linear superposition of transformer factors.</a:t>
            </a:r>
          </a:p>
          <a:p>
            <a:endParaRPr lang="en-US" dirty="0"/>
          </a:p>
          <a:p>
            <a:endParaRPr lang="en-GB" dirty="0"/>
          </a:p>
          <a:p>
            <a:endParaRPr lang="en-GB" dirty="0"/>
          </a:p>
          <a:p>
            <a:r>
              <a:rPr lang="en-US" dirty="0"/>
              <a:t>By the hypothesis, embedding vector x ∈ X is a sparse linear superposition of transformer factor</a:t>
            </a:r>
          </a:p>
          <a:p>
            <a:endParaRPr lang="en-GB" dirty="0"/>
          </a:p>
        </p:txBody>
      </p:sp>
      <p:pic>
        <p:nvPicPr>
          <p:cNvPr id="2" name="Picture 1">
            <a:extLst>
              <a:ext uri="{FF2B5EF4-FFF2-40B4-BE49-F238E27FC236}">
                <a16:creationId xmlns:a16="http://schemas.microsoft.com/office/drawing/2014/main" id="{CE148EBB-CE1E-A688-FAAD-6732678EB2F8}"/>
              </a:ext>
            </a:extLst>
          </p:cNvPr>
          <p:cNvPicPr>
            <a:picLocks noChangeAspect="1"/>
          </p:cNvPicPr>
          <p:nvPr/>
        </p:nvPicPr>
        <p:blipFill>
          <a:blip r:embed="rId2"/>
          <a:stretch>
            <a:fillRect/>
          </a:stretch>
        </p:blipFill>
        <p:spPr>
          <a:xfrm>
            <a:off x="2488692" y="3564890"/>
            <a:ext cx="5377776" cy="787654"/>
          </a:xfrm>
          <a:prstGeom prst="rect">
            <a:avLst/>
          </a:prstGeom>
        </p:spPr>
      </p:pic>
      <p:pic>
        <p:nvPicPr>
          <p:cNvPr id="3" name="Picture 2">
            <a:extLst>
              <a:ext uri="{FF2B5EF4-FFF2-40B4-BE49-F238E27FC236}">
                <a16:creationId xmlns:a16="http://schemas.microsoft.com/office/drawing/2014/main" id="{7C30CD83-E673-B5C1-E431-1632005CCC06}"/>
              </a:ext>
            </a:extLst>
          </p:cNvPr>
          <p:cNvPicPr>
            <a:picLocks noChangeAspect="1"/>
          </p:cNvPicPr>
          <p:nvPr/>
        </p:nvPicPr>
        <p:blipFill>
          <a:blip r:embed="rId3"/>
          <a:stretch>
            <a:fillRect/>
          </a:stretch>
        </p:blipFill>
        <p:spPr>
          <a:xfrm>
            <a:off x="2819167" y="5313934"/>
            <a:ext cx="5377776" cy="919648"/>
          </a:xfrm>
          <a:prstGeom prst="rect">
            <a:avLst/>
          </a:prstGeom>
        </p:spPr>
      </p:pic>
    </p:spTree>
    <p:extLst>
      <p:ext uri="{BB962C8B-B14F-4D97-AF65-F5344CB8AC3E}">
        <p14:creationId xmlns:p14="http://schemas.microsoft.com/office/powerpoint/2010/main" val="770340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7152B9-4189-0732-824B-68B2A042C5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094652E-FFA2-8FB5-6037-12830053A65F}"/>
              </a:ext>
            </a:extLst>
          </p:cNvPr>
          <p:cNvSpPr>
            <a:spLocks noGrp="1"/>
          </p:cNvSpPr>
          <p:nvPr>
            <p:ph type="title"/>
          </p:nvPr>
        </p:nvSpPr>
        <p:spPr/>
        <p:txBody>
          <a:bodyPr>
            <a:normAutofit/>
          </a:bodyPr>
          <a:lstStyle/>
          <a:p>
            <a:pPr>
              <a:lnSpc>
                <a:spcPct val="90000"/>
              </a:lnSpc>
            </a:pPr>
            <a:r>
              <a:rPr lang="en-GB" sz="2300" dirty="0">
                <a:solidFill>
                  <a:srgbClr val="EBEBEB"/>
                </a:solidFill>
              </a:rPr>
              <a:t>Introduction</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EE8987EB-B4A9-D4BA-F2BA-417BFAF0C436}"/>
                  </a:ext>
                </a:extLst>
              </p:cNvPr>
              <p:cNvSpPr>
                <a:spLocks noGrp="1"/>
              </p:cNvSpPr>
              <p:nvPr>
                <p:ph idx="1"/>
              </p:nvPr>
            </p:nvSpPr>
            <p:spPr/>
            <p:txBody>
              <a:bodyPr>
                <a:normAutofit/>
              </a:bodyPr>
              <a:lstStyle/>
              <a:p>
                <a:endParaRPr lang="en-US" dirty="0"/>
              </a:p>
              <a:p>
                <a:r>
                  <a:rPr lang="en-US" dirty="0"/>
                  <a:t>Where does the network learn certain information?” To answer this question, we compute an importance score for each transformer factor as </a:t>
                </a:r>
                <a:r>
                  <a:rPr lang="en-US" dirty="0" err="1"/>
                  <a:t>I</a:t>
                </a:r>
                <a:r>
                  <a:rPr lang="en-US" baseline="-25000" dirty="0" err="1"/>
                  <a:t>c</a:t>
                </a:r>
                <a:endParaRPr lang="en-US" dirty="0"/>
              </a:p>
              <a:p>
                <a:pPr marL="0" indent="0">
                  <a:buNone/>
                </a:pPr>
                <a:endParaRPr lang="en-US" dirty="0"/>
              </a:p>
              <a:p>
                <a:r>
                  <a:rPr lang="en-US" dirty="0"/>
                  <a:t>where </a:t>
                </a:r>
                <a:r>
                  <a:rPr lang="en-US" dirty="0" err="1"/>
                  <a:t>I</a:t>
                </a:r>
                <a:r>
                  <a:rPr lang="en-US" baseline="-25000" dirty="0" err="1"/>
                  <a:t>c</a:t>
                </a:r>
                <a:r>
                  <a:rPr lang="en-US" baseline="-25000" dirty="0"/>
                  <a:t> </a:t>
                </a:r>
                <a:r>
                  <a:rPr lang="en-US" dirty="0"/>
                  <a:t>is the average of the largest 1000 sparse coefficients α</a:t>
                </a:r>
                <a:r>
                  <a:rPr lang="en-US" baseline="-25000" dirty="0"/>
                  <a:t>c</a:t>
                </a:r>
                <a:r>
                  <a:rPr lang="en-US" dirty="0"/>
                  <a:t>, which corresponds to </a:t>
                </a:r>
                <a14:m>
                  <m:oMath xmlns:m="http://schemas.openxmlformats.org/officeDocument/2006/math">
                    <m:sSub>
                      <m:sSubPr>
                        <m:ctrlPr>
                          <a:rPr lang="en-GB"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𝑐</m:t>
                        </m:r>
                      </m:sub>
                    </m:sSub>
                  </m:oMath>
                </a14:m>
                <a:r>
                  <a:rPr lang="en-US" dirty="0"/>
                  <a:t>. We plot the importance score each transformer factor as a curve</a:t>
                </a:r>
                <a:endParaRPr lang="en-GB" dirty="0"/>
              </a:p>
            </p:txBody>
          </p:sp>
        </mc:Choice>
        <mc:Fallback xmlns="">
          <p:sp>
            <p:nvSpPr>
              <p:cNvPr id="6" name="Content Placeholder 5">
                <a:extLst>
                  <a:ext uri="{FF2B5EF4-FFF2-40B4-BE49-F238E27FC236}">
                    <a16:creationId xmlns:a16="http://schemas.microsoft.com/office/drawing/2014/main" id="{EE8987EB-B4A9-D4BA-F2BA-417BFAF0C436}"/>
                  </a:ext>
                </a:extLst>
              </p:cNvPr>
              <p:cNvSpPr>
                <a:spLocks noGrp="1" noRot="1" noChangeAspect="1" noMove="1" noResize="1" noEditPoints="1" noAdjustHandles="1" noChangeArrowheads="1" noChangeShapeType="1" noTextEdit="1"/>
              </p:cNvSpPr>
              <p:nvPr>
                <p:ph idx="1"/>
              </p:nvPr>
            </p:nvSpPr>
            <p:spPr>
              <a:blipFill>
                <a:blip r:embed="rId2"/>
                <a:stretch>
                  <a:fillRect l="-138" r="-898"/>
                </a:stretch>
              </a:blipFill>
            </p:spPr>
            <p:txBody>
              <a:bodyPr/>
              <a:lstStyle/>
              <a:p>
                <a:r>
                  <a:rPr lang="en-GB">
                    <a:noFill/>
                  </a:rPr>
                  <a:t> </a:t>
                </a:r>
              </a:p>
            </p:txBody>
          </p:sp>
        </mc:Fallback>
      </mc:AlternateContent>
    </p:spTree>
    <p:extLst>
      <p:ext uri="{BB962C8B-B14F-4D97-AF65-F5344CB8AC3E}">
        <p14:creationId xmlns:p14="http://schemas.microsoft.com/office/powerpoint/2010/main" val="3598178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51C658-5006-7890-B04B-206BC381D093}"/>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2"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14" name="Rectangle 13">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Freeform 5">
            <a:extLst>
              <a:ext uri="{FF2B5EF4-FFF2-40B4-BE49-F238E27FC236}">
                <a16:creationId xmlns:a16="http://schemas.microsoft.com/office/drawing/2014/main" id="{11CAC6F2-0806-417B-BF5D-5AEF6195F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18" name="Rectangle 17">
            <a:extLst>
              <a:ext uri="{FF2B5EF4-FFF2-40B4-BE49-F238E27FC236}">
                <a16:creationId xmlns:a16="http://schemas.microsoft.com/office/drawing/2014/main" id="{D4723B02-0AAB-4F6E-BA41-8ED99D559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 name="Title 3">
            <a:extLst>
              <a:ext uri="{FF2B5EF4-FFF2-40B4-BE49-F238E27FC236}">
                <a16:creationId xmlns:a16="http://schemas.microsoft.com/office/drawing/2014/main" id="{0922B689-C369-3C9B-52BD-F17D2CE47859}"/>
              </a:ext>
            </a:extLst>
          </p:cNvPr>
          <p:cNvSpPr>
            <a:spLocks noGrp="1"/>
          </p:cNvSpPr>
          <p:nvPr>
            <p:ph type="title"/>
          </p:nvPr>
        </p:nvSpPr>
        <p:spPr>
          <a:xfrm>
            <a:off x="7890057" y="1251857"/>
            <a:ext cx="3705356" cy="2830286"/>
          </a:xfrm>
        </p:spPr>
        <p:txBody>
          <a:bodyPr vert="horz" lIns="91440" tIns="45720" rIns="91440" bIns="45720" rtlCol="0" anchor="b">
            <a:normAutofit/>
          </a:bodyPr>
          <a:lstStyle/>
          <a:p>
            <a:pPr>
              <a:lnSpc>
                <a:spcPct val="90000"/>
              </a:lnSpc>
            </a:pPr>
            <a:r>
              <a:rPr lang="en-US" sz="4600" b="0" i="0" kern="1200" dirty="0">
                <a:solidFill>
                  <a:srgbClr val="EBEBEB"/>
                </a:solidFill>
                <a:latin typeface="+mj-lt"/>
                <a:ea typeface="+mj-ea"/>
                <a:cs typeface="+mj-cs"/>
              </a:rPr>
              <a:t>The </a:t>
            </a:r>
            <a:r>
              <a:rPr lang="en-US" sz="4600" dirty="0">
                <a:solidFill>
                  <a:srgbClr val="EBEBEB"/>
                </a:solidFill>
              </a:rPr>
              <a:t>importance score vs layer graph</a:t>
            </a:r>
            <a:endParaRPr lang="en-US" sz="4600" b="0" i="0" kern="1200" dirty="0">
              <a:solidFill>
                <a:srgbClr val="EBEBEB"/>
              </a:solidFill>
              <a:latin typeface="+mj-lt"/>
              <a:ea typeface="+mj-ea"/>
              <a:cs typeface="+mj-cs"/>
            </a:endParaRPr>
          </a:p>
        </p:txBody>
      </p:sp>
      <p:pic>
        <p:nvPicPr>
          <p:cNvPr id="5" name="Content Placeholder 4">
            <a:extLst>
              <a:ext uri="{FF2B5EF4-FFF2-40B4-BE49-F238E27FC236}">
                <a16:creationId xmlns:a16="http://schemas.microsoft.com/office/drawing/2014/main" id="{F55EA0D7-4FB0-3D25-2350-9876F0884416}"/>
              </a:ext>
            </a:extLst>
          </p:cNvPr>
          <p:cNvPicPr>
            <a:picLocks noGrp="1" noChangeAspect="1"/>
          </p:cNvPicPr>
          <p:nvPr>
            <p:ph idx="1"/>
          </p:nvPr>
        </p:nvPicPr>
        <p:blipFill>
          <a:blip r:embed="rId3"/>
          <a:stretch>
            <a:fillRect/>
          </a:stretch>
        </p:blipFill>
        <p:spPr>
          <a:xfrm>
            <a:off x="1396962" y="1113063"/>
            <a:ext cx="5896509" cy="4628758"/>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1361077311"/>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9EE9F5-E874-4AC3-EC1C-C3D110063BD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3237CCE-FC78-AABC-82D5-08586FD3A5FA}"/>
              </a:ext>
            </a:extLst>
          </p:cNvPr>
          <p:cNvSpPr>
            <a:spLocks noGrp="1"/>
          </p:cNvSpPr>
          <p:nvPr>
            <p:ph type="title"/>
          </p:nvPr>
        </p:nvSpPr>
        <p:spPr/>
        <p:txBody>
          <a:bodyPr vert="horz" lIns="91440" tIns="45720" rIns="91440" bIns="45720" rtlCol="0" anchor="b">
            <a:normAutofit/>
          </a:bodyPr>
          <a:lstStyle/>
          <a:p>
            <a:pPr>
              <a:lnSpc>
                <a:spcPct val="90000"/>
              </a:lnSpc>
            </a:pPr>
            <a:r>
              <a:rPr lang="en-US" sz="3800" b="0" i="0" kern="1200" dirty="0">
                <a:solidFill>
                  <a:srgbClr val="EBEBEB"/>
                </a:solidFill>
                <a:latin typeface="+mj-lt"/>
                <a:ea typeface="+mj-ea"/>
                <a:cs typeface="+mj-cs"/>
              </a:rPr>
              <a:t>Experiments and discoveries</a:t>
            </a:r>
          </a:p>
        </p:txBody>
      </p:sp>
      <p:sp>
        <p:nvSpPr>
          <p:cNvPr id="25" name="Content Placeholder 24">
            <a:extLst>
              <a:ext uri="{FF2B5EF4-FFF2-40B4-BE49-F238E27FC236}">
                <a16:creationId xmlns:a16="http://schemas.microsoft.com/office/drawing/2014/main" id="{0EE967D2-11CB-4331-9424-718B2A492C7D}"/>
              </a:ext>
            </a:extLst>
          </p:cNvPr>
          <p:cNvSpPr>
            <a:spLocks noGrp="1"/>
          </p:cNvSpPr>
          <p:nvPr>
            <p:ph idx="1"/>
          </p:nvPr>
        </p:nvSpPr>
        <p:spPr/>
        <p:txBody>
          <a:bodyPr/>
          <a:lstStyle/>
          <a:p>
            <a:r>
              <a:rPr lang="en-US" dirty="0"/>
              <a:t>We use a 12-layer pre-trained BERT model and freeze the weights.</a:t>
            </a:r>
          </a:p>
          <a:p>
            <a:endParaRPr lang="en-US" dirty="0"/>
          </a:p>
          <a:p>
            <a:r>
              <a:rPr lang="en-US" dirty="0"/>
              <a:t> Since we learn a single dictionary of transformer factors for all of the layers in the transformer, </a:t>
            </a:r>
          </a:p>
          <a:p>
            <a:endParaRPr lang="en-US" dirty="0"/>
          </a:p>
          <a:p>
            <a:r>
              <a:rPr lang="en-US" dirty="0"/>
              <a:t>we show that these transformer factors correspond to different levels of semantic or syntactic patterns. word-level disambiguation, sentence-level pattern formation, and long-range dependency.</a:t>
            </a:r>
            <a:endParaRPr lang="en-GB" dirty="0"/>
          </a:p>
          <a:p>
            <a:endParaRPr lang="en-GB" dirty="0"/>
          </a:p>
        </p:txBody>
      </p:sp>
    </p:spTree>
    <p:extLst>
      <p:ext uri="{BB962C8B-B14F-4D97-AF65-F5344CB8AC3E}">
        <p14:creationId xmlns:p14="http://schemas.microsoft.com/office/powerpoint/2010/main" val="2217679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4E1C5-2F98-D130-C151-8B5BC7DD712A}"/>
              </a:ext>
            </a:extLst>
          </p:cNvPr>
          <p:cNvSpPr>
            <a:spLocks noGrp="1"/>
          </p:cNvSpPr>
          <p:nvPr>
            <p:ph type="title"/>
          </p:nvPr>
        </p:nvSpPr>
        <p:spPr>
          <a:xfrm>
            <a:off x="1154954" y="973668"/>
            <a:ext cx="8761413" cy="706964"/>
          </a:xfrm>
        </p:spPr>
        <p:txBody>
          <a:bodyPr>
            <a:normAutofit/>
          </a:bodyPr>
          <a:lstStyle/>
          <a:p>
            <a:pPr>
              <a:lnSpc>
                <a:spcPct val="90000"/>
              </a:lnSpc>
            </a:pPr>
            <a:r>
              <a:rPr lang="en-GB" sz="2800">
                <a:solidFill>
                  <a:srgbClr val="EBEBEB"/>
                </a:solidFill>
              </a:rPr>
              <a:t>Low-Level: Word-level polysemy disambiguation</a:t>
            </a:r>
          </a:p>
        </p:txBody>
      </p:sp>
      <p:sp>
        <p:nvSpPr>
          <p:cNvPr id="3" name="Content Placeholder 2">
            <a:extLst>
              <a:ext uri="{FF2B5EF4-FFF2-40B4-BE49-F238E27FC236}">
                <a16:creationId xmlns:a16="http://schemas.microsoft.com/office/drawing/2014/main" id="{4D678D76-E68E-6FF0-E5E0-DCD179486084}"/>
              </a:ext>
            </a:extLst>
          </p:cNvPr>
          <p:cNvSpPr>
            <a:spLocks noGrp="1"/>
          </p:cNvSpPr>
          <p:nvPr>
            <p:ph idx="1"/>
          </p:nvPr>
        </p:nvSpPr>
        <p:spPr>
          <a:xfrm>
            <a:off x="1154954" y="2603500"/>
            <a:ext cx="5211979" cy="3416300"/>
          </a:xfrm>
        </p:spPr>
        <p:txBody>
          <a:bodyPr anchor="ctr">
            <a:normAutofit/>
          </a:bodyPr>
          <a:lstStyle/>
          <a:p>
            <a:r>
              <a:rPr lang="en-US" dirty="0"/>
              <a:t>While the input embedding of a token contains polysemy, we find transformer factors with early IS curve peaks usually correspond to a specific word-level meaning.</a:t>
            </a:r>
          </a:p>
          <a:p>
            <a:r>
              <a:rPr lang="en-US" dirty="0"/>
              <a:t> By visualizing the top activation sequences, we can see how word-level disambiguation is gradually developed in a transformer.</a:t>
            </a:r>
            <a:endParaRPr lang="en-GB" dirty="0"/>
          </a:p>
        </p:txBody>
      </p:sp>
      <p:pic>
        <p:nvPicPr>
          <p:cNvPr id="4" name="Picture 3">
            <a:extLst>
              <a:ext uri="{FF2B5EF4-FFF2-40B4-BE49-F238E27FC236}">
                <a16:creationId xmlns:a16="http://schemas.microsoft.com/office/drawing/2014/main" id="{8AAF12B6-464D-E225-4858-09A15E9D43A6}"/>
              </a:ext>
            </a:extLst>
          </p:cNvPr>
          <p:cNvPicPr>
            <a:picLocks noChangeAspect="1"/>
          </p:cNvPicPr>
          <p:nvPr/>
        </p:nvPicPr>
        <p:blipFill>
          <a:blip r:embed="rId2"/>
          <a:stretch>
            <a:fillRect/>
          </a:stretch>
        </p:blipFill>
        <p:spPr>
          <a:xfrm>
            <a:off x="6237514" y="2492829"/>
            <a:ext cx="5954486" cy="3526971"/>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1012781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13" name="Rectangle 12">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0CA596A1-ED33-531D-F923-282B43379AD3}"/>
              </a:ext>
            </a:extLst>
          </p:cNvPr>
          <p:cNvSpPr>
            <a:spLocks noGrp="1"/>
          </p:cNvSpPr>
          <p:nvPr>
            <p:ph type="title"/>
          </p:nvPr>
        </p:nvSpPr>
        <p:spPr>
          <a:xfrm>
            <a:off x="8382055" y="1241266"/>
            <a:ext cx="3161016" cy="3153753"/>
          </a:xfrm>
        </p:spPr>
        <p:txBody>
          <a:bodyPr vert="horz" lIns="91440" tIns="45720" rIns="91440" bIns="45720" rtlCol="0" anchor="b">
            <a:normAutofit/>
          </a:bodyPr>
          <a:lstStyle/>
          <a:p>
            <a:endParaRPr lang="en-US" sz="5400" b="0" i="0" kern="1200">
              <a:solidFill>
                <a:srgbClr val="EBEBEB"/>
              </a:solidFill>
              <a:latin typeface="+mj-lt"/>
              <a:ea typeface="+mj-ea"/>
              <a:cs typeface="+mj-cs"/>
            </a:endParaRPr>
          </a:p>
        </p:txBody>
      </p:sp>
      <p:grpSp>
        <p:nvGrpSpPr>
          <p:cNvPr id="15" name="Group 14">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16" name="Rectangle 15">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GB"/>
            </a:p>
          </p:txBody>
        </p:sp>
        <p:sp>
          <p:nvSpPr>
            <p:cNvPr id="18"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a:p>
          </p:txBody>
        </p:sp>
      </p:grpSp>
      <p:pic>
        <p:nvPicPr>
          <p:cNvPr id="4" name="Content Placeholder 3">
            <a:extLst>
              <a:ext uri="{FF2B5EF4-FFF2-40B4-BE49-F238E27FC236}">
                <a16:creationId xmlns:a16="http://schemas.microsoft.com/office/drawing/2014/main" id="{747EAFF2-8158-4FC7-3D5E-08F59C0D4F3E}"/>
              </a:ext>
            </a:extLst>
          </p:cNvPr>
          <p:cNvPicPr>
            <a:picLocks noGrp="1" noChangeAspect="1"/>
          </p:cNvPicPr>
          <p:nvPr>
            <p:ph idx="1"/>
          </p:nvPr>
        </p:nvPicPr>
        <p:blipFill>
          <a:blip r:embed="rId3"/>
          <a:stretch>
            <a:fillRect/>
          </a:stretch>
        </p:blipFill>
        <p:spPr>
          <a:xfrm>
            <a:off x="423332" y="1326913"/>
            <a:ext cx="7333431" cy="4204173"/>
          </a:xfrm>
          <a:prstGeom prst="rect">
            <a:avLst/>
          </a:prstGeom>
        </p:spPr>
      </p:pic>
    </p:spTree>
    <p:extLst>
      <p:ext uri="{BB962C8B-B14F-4D97-AF65-F5344CB8AC3E}">
        <p14:creationId xmlns:p14="http://schemas.microsoft.com/office/powerpoint/2010/main" val="2406272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2D047-DDE7-3B51-B0D2-DDD3747DBD5D}"/>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A4F61B0C-AE41-F645-92F6-986C64D81AF2}"/>
              </a:ext>
            </a:extLst>
          </p:cNvPr>
          <p:cNvPicPr>
            <a:picLocks noGrp="1" noChangeAspect="1"/>
          </p:cNvPicPr>
          <p:nvPr>
            <p:ph idx="1"/>
          </p:nvPr>
        </p:nvPicPr>
        <p:blipFill>
          <a:blip r:embed="rId2"/>
          <a:stretch>
            <a:fillRect/>
          </a:stretch>
        </p:blipFill>
        <p:spPr>
          <a:xfrm>
            <a:off x="357415" y="2252420"/>
            <a:ext cx="8383178" cy="3710299"/>
          </a:xfrm>
          <a:prstGeom prst="rect">
            <a:avLst/>
          </a:prstGeom>
        </p:spPr>
      </p:pic>
      <p:pic>
        <p:nvPicPr>
          <p:cNvPr id="6" name="Picture 5">
            <a:extLst>
              <a:ext uri="{FF2B5EF4-FFF2-40B4-BE49-F238E27FC236}">
                <a16:creationId xmlns:a16="http://schemas.microsoft.com/office/drawing/2014/main" id="{D53BF600-FF24-AE2E-C03D-98F4A5F1EDA3}"/>
              </a:ext>
            </a:extLst>
          </p:cNvPr>
          <p:cNvPicPr>
            <a:picLocks noChangeAspect="1"/>
          </p:cNvPicPr>
          <p:nvPr/>
        </p:nvPicPr>
        <p:blipFill>
          <a:blip r:embed="rId3"/>
          <a:stretch>
            <a:fillRect/>
          </a:stretch>
        </p:blipFill>
        <p:spPr>
          <a:xfrm>
            <a:off x="9044215" y="3359150"/>
            <a:ext cx="2921000" cy="1905000"/>
          </a:xfrm>
          <a:prstGeom prst="rect">
            <a:avLst/>
          </a:prstGeom>
        </p:spPr>
      </p:pic>
    </p:spTree>
    <p:extLst>
      <p:ext uri="{BB962C8B-B14F-4D97-AF65-F5344CB8AC3E}">
        <p14:creationId xmlns:p14="http://schemas.microsoft.com/office/powerpoint/2010/main" val="2840021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1DA96-022F-185B-2F9D-75A497A88EB3}"/>
              </a:ext>
            </a:extLst>
          </p:cNvPr>
          <p:cNvSpPr>
            <a:spLocks noGrp="1"/>
          </p:cNvSpPr>
          <p:nvPr>
            <p:ph type="title"/>
          </p:nvPr>
        </p:nvSpPr>
        <p:spPr>
          <a:xfrm>
            <a:off x="1154954" y="973668"/>
            <a:ext cx="8761413" cy="706964"/>
          </a:xfrm>
        </p:spPr>
        <p:txBody>
          <a:bodyPr>
            <a:normAutofit/>
          </a:bodyPr>
          <a:lstStyle/>
          <a:p>
            <a:pPr>
              <a:lnSpc>
                <a:spcPct val="90000"/>
              </a:lnSpc>
            </a:pPr>
            <a:r>
              <a:rPr lang="en-GB" sz="3100">
                <a:solidFill>
                  <a:srgbClr val="EBEBEB"/>
                </a:solidFill>
              </a:rPr>
              <a:t>Mid-level: sentence-level pattern formation</a:t>
            </a:r>
          </a:p>
        </p:txBody>
      </p:sp>
      <p:pic>
        <p:nvPicPr>
          <p:cNvPr id="4" name="Picture 3">
            <a:extLst>
              <a:ext uri="{FF2B5EF4-FFF2-40B4-BE49-F238E27FC236}">
                <a16:creationId xmlns:a16="http://schemas.microsoft.com/office/drawing/2014/main" id="{FB3D2545-0EA2-889D-28BC-8826EEFF4E3B}"/>
              </a:ext>
            </a:extLst>
          </p:cNvPr>
          <p:cNvPicPr>
            <a:picLocks noChangeAspect="1"/>
          </p:cNvPicPr>
          <p:nvPr/>
        </p:nvPicPr>
        <p:blipFill>
          <a:blip r:embed="rId2"/>
          <a:stretch>
            <a:fillRect/>
          </a:stretch>
        </p:blipFill>
        <p:spPr>
          <a:xfrm>
            <a:off x="0" y="2307771"/>
            <a:ext cx="6815832" cy="4230189"/>
          </a:xfrm>
          <a:prstGeom prst="roundRect">
            <a:avLst>
              <a:gd name="adj" fmla="val 1858"/>
            </a:avLst>
          </a:prstGeom>
          <a:effectLst>
            <a:outerShdw blurRad="50800" dist="50800" dir="5400000" algn="tl" rotWithShape="0">
              <a:srgbClr val="000000">
                <a:alpha val="43000"/>
              </a:srgbClr>
            </a:outerShdw>
          </a:effectLst>
        </p:spPr>
      </p:pic>
      <p:sp>
        <p:nvSpPr>
          <p:cNvPr id="3" name="Content Placeholder 2">
            <a:extLst>
              <a:ext uri="{FF2B5EF4-FFF2-40B4-BE49-F238E27FC236}">
                <a16:creationId xmlns:a16="http://schemas.microsoft.com/office/drawing/2014/main" id="{EF98EEF6-BCFA-D359-E240-CE3906827BFD}"/>
              </a:ext>
            </a:extLst>
          </p:cNvPr>
          <p:cNvSpPr>
            <a:spLocks noGrp="1"/>
          </p:cNvSpPr>
          <p:nvPr>
            <p:ph idx="1"/>
          </p:nvPr>
        </p:nvSpPr>
        <p:spPr>
          <a:xfrm>
            <a:off x="6739128" y="2603500"/>
            <a:ext cx="4453805" cy="3416300"/>
          </a:xfrm>
        </p:spPr>
        <p:txBody>
          <a:bodyPr anchor="ctr">
            <a:normAutofit/>
          </a:bodyPr>
          <a:lstStyle/>
          <a:p>
            <a:r>
              <a:rPr lang="en-US" dirty="0">
                <a:solidFill>
                  <a:schemeClr val="tx1"/>
                </a:solidFill>
              </a:rPr>
              <a:t>Midlevel ones correspond to semantic patterns like phrases and sentences pattern.</a:t>
            </a:r>
          </a:p>
          <a:p>
            <a:endParaRPr lang="en-US" dirty="0">
              <a:solidFill>
                <a:schemeClr val="tx1"/>
              </a:solidFill>
            </a:endParaRPr>
          </a:p>
          <a:p>
            <a:r>
              <a:rPr lang="en-US" dirty="0">
                <a:solidFill>
                  <a:schemeClr val="tx1"/>
                </a:solidFill>
              </a:rPr>
              <a:t>This pattern starts to emerge at layer 4, develops at layer 6, and becomes quite reliable at layer 8.</a:t>
            </a:r>
            <a:endParaRPr lang="en-GB" dirty="0">
              <a:solidFill>
                <a:schemeClr val="tx1"/>
              </a:solidFill>
            </a:endParaRPr>
          </a:p>
          <a:p>
            <a:endParaRPr lang="en-GB" dirty="0"/>
          </a:p>
        </p:txBody>
      </p:sp>
    </p:spTree>
    <p:extLst>
      <p:ext uri="{BB962C8B-B14F-4D97-AF65-F5344CB8AC3E}">
        <p14:creationId xmlns:p14="http://schemas.microsoft.com/office/powerpoint/2010/main" val="72262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8B739-C90B-CE31-E72B-09B1A2BD4147}"/>
              </a:ext>
            </a:extLst>
          </p:cNvPr>
          <p:cNvSpPr>
            <a:spLocks noGrp="1"/>
          </p:cNvSpPr>
          <p:nvPr>
            <p:ph type="title"/>
          </p:nvPr>
        </p:nvSpPr>
        <p:spPr>
          <a:xfrm>
            <a:off x="1154954" y="973668"/>
            <a:ext cx="8761413" cy="706964"/>
          </a:xfrm>
        </p:spPr>
        <p:txBody>
          <a:bodyPr vert="horz" lIns="91440" tIns="45720" rIns="91440" bIns="45720" rtlCol="0">
            <a:normAutofit/>
          </a:bodyPr>
          <a:lstStyle/>
          <a:p>
            <a:endParaRPr lang="en-US" b="0" i="0" kern="1200">
              <a:latin typeface="+mj-lt"/>
              <a:ea typeface="+mj-ea"/>
              <a:cs typeface="+mj-cs"/>
            </a:endParaRPr>
          </a:p>
        </p:txBody>
      </p:sp>
      <p:sp>
        <p:nvSpPr>
          <p:cNvPr id="7" name="Content Placeholder 6">
            <a:extLst>
              <a:ext uri="{FF2B5EF4-FFF2-40B4-BE49-F238E27FC236}">
                <a16:creationId xmlns:a16="http://schemas.microsoft.com/office/drawing/2014/main" id="{BEA8BC5C-60F6-7C73-DECF-79DFDC72F97E}"/>
              </a:ext>
            </a:extLst>
          </p:cNvPr>
          <p:cNvSpPr>
            <a:spLocks noGrp="1"/>
          </p:cNvSpPr>
          <p:nvPr>
            <p:ph idx="1"/>
          </p:nvPr>
        </p:nvSpPr>
        <p:spPr>
          <a:xfrm>
            <a:off x="1154955" y="2603500"/>
            <a:ext cx="3481054" cy="3416300"/>
          </a:xfrm>
        </p:spPr>
        <p:txBody>
          <a:bodyPr anchor="ctr">
            <a:normAutofit/>
          </a:bodyPr>
          <a:lstStyle/>
          <a:p>
            <a:endParaRPr lang="en-GB" sz="1600"/>
          </a:p>
        </p:txBody>
      </p:sp>
      <p:pic>
        <p:nvPicPr>
          <p:cNvPr id="3" name="Picture 2">
            <a:extLst>
              <a:ext uri="{FF2B5EF4-FFF2-40B4-BE49-F238E27FC236}">
                <a16:creationId xmlns:a16="http://schemas.microsoft.com/office/drawing/2014/main" id="{DE8584E9-D82C-9778-D0D8-FC04C6147468}"/>
              </a:ext>
            </a:extLst>
          </p:cNvPr>
          <p:cNvPicPr>
            <a:picLocks noChangeAspect="1"/>
          </p:cNvPicPr>
          <p:nvPr/>
        </p:nvPicPr>
        <p:blipFill>
          <a:blip r:embed="rId2"/>
          <a:stretch>
            <a:fillRect/>
          </a:stretch>
        </p:blipFill>
        <p:spPr>
          <a:xfrm>
            <a:off x="1154954" y="0"/>
            <a:ext cx="9600131" cy="2052320"/>
          </a:xfrm>
          <a:prstGeom prst="rect">
            <a:avLst/>
          </a:prstGeom>
        </p:spPr>
      </p:pic>
      <p:pic>
        <p:nvPicPr>
          <p:cNvPr id="4" name="Picture 3">
            <a:extLst>
              <a:ext uri="{FF2B5EF4-FFF2-40B4-BE49-F238E27FC236}">
                <a16:creationId xmlns:a16="http://schemas.microsoft.com/office/drawing/2014/main" id="{07BDB244-36D5-3CFC-BF5B-23531A53EF7B}"/>
              </a:ext>
            </a:extLst>
          </p:cNvPr>
          <p:cNvPicPr>
            <a:picLocks noChangeAspect="1"/>
          </p:cNvPicPr>
          <p:nvPr/>
        </p:nvPicPr>
        <p:blipFill>
          <a:blip r:embed="rId3"/>
          <a:stretch>
            <a:fillRect/>
          </a:stretch>
        </p:blipFill>
        <p:spPr>
          <a:xfrm>
            <a:off x="1" y="2063206"/>
            <a:ext cx="12192000" cy="4838700"/>
          </a:xfrm>
          <a:prstGeom prst="rect">
            <a:avLst/>
          </a:prstGeom>
        </p:spPr>
      </p:pic>
    </p:spTree>
    <p:extLst>
      <p:ext uri="{BB962C8B-B14F-4D97-AF65-F5344CB8AC3E}">
        <p14:creationId xmlns:p14="http://schemas.microsoft.com/office/powerpoint/2010/main" val="24707627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388DD50E-1D2D-48C6-A470-79FB7F337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2" name="Rectangle 31">
            <a:extLst>
              <a:ext uri="{FF2B5EF4-FFF2-40B4-BE49-F238E27FC236}">
                <a16:creationId xmlns:a16="http://schemas.microsoft.com/office/drawing/2014/main" id="{3DB0ED7D-0741-41C8-9BCD-85B80680FB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95E8B7B6-50C6-753C-04DB-9F021658C798}"/>
              </a:ext>
            </a:extLst>
          </p:cNvPr>
          <p:cNvPicPr>
            <a:picLocks noGrp="1" noChangeAspect="1"/>
          </p:cNvPicPr>
          <p:nvPr>
            <p:ph idx="1"/>
          </p:nvPr>
        </p:nvPicPr>
        <p:blipFill>
          <a:blip r:embed="rId2"/>
          <a:srcRect t="5295" r="3" b="3229"/>
          <a:stretch>
            <a:fillRect/>
          </a:stretch>
        </p:blipFill>
        <p:spPr>
          <a:xfrm>
            <a:off x="643467" y="935045"/>
            <a:ext cx="10905066" cy="4987909"/>
          </a:xfrm>
          <a:prstGeom prst="rect">
            <a:avLst/>
          </a:prstGeom>
        </p:spPr>
      </p:pic>
    </p:spTree>
    <p:extLst>
      <p:ext uri="{BB962C8B-B14F-4D97-AF65-F5344CB8AC3E}">
        <p14:creationId xmlns:p14="http://schemas.microsoft.com/office/powerpoint/2010/main" val="1328013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CCD3B-0802-0836-3443-430714E1FD21}"/>
              </a:ext>
            </a:extLst>
          </p:cNvPr>
          <p:cNvSpPr>
            <a:spLocks noGrp="1"/>
          </p:cNvSpPr>
          <p:nvPr>
            <p:ph type="title"/>
          </p:nvPr>
        </p:nvSpPr>
        <p:spPr/>
        <p:txBody>
          <a:bodyPr/>
          <a:lstStyle/>
          <a:p>
            <a:r>
              <a:rPr lang="en-GB" dirty="0"/>
              <a:t>High-level: Long range dependency</a:t>
            </a:r>
          </a:p>
        </p:txBody>
      </p:sp>
      <p:sp>
        <p:nvSpPr>
          <p:cNvPr id="3" name="Content Placeholder 2">
            <a:extLst>
              <a:ext uri="{FF2B5EF4-FFF2-40B4-BE49-F238E27FC236}">
                <a16:creationId xmlns:a16="http://schemas.microsoft.com/office/drawing/2014/main" id="{4AF4ECEF-EC86-2063-B5F8-B75226A6512A}"/>
              </a:ext>
            </a:extLst>
          </p:cNvPr>
          <p:cNvSpPr>
            <a:spLocks noGrp="1"/>
          </p:cNvSpPr>
          <p:nvPr>
            <p:ph idx="1"/>
          </p:nvPr>
        </p:nvSpPr>
        <p:spPr/>
        <p:txBody>
          <a:bodyPr>
            <a:normAutofit/>
          </a:bodyPr>
          <a:lstStyle/>
          <a:p>
            <a:r>
              <a:rPr lang="en-US" dirty="0">
                <a:solidFill>
                  <a:schemeClr val="tx1"/>
                </a:solidFill>
              </a:rPr>
              <a:t>High-level transformer factors correspond to those linguistic patterns that span an extended range in the text. </a:t>
            </a:r>
          </a:p>
          <a:p>
            <a:endParaRPr lang="en-US" dirty="0">
              <a:solidFill>
                <a:schemeClr val="tx1"/>
              </a:solidFill>
            </a:endParaRPr>
          </a:p>
          <a:p>
            <a:endParaRPr lang="en-US" dirty="0">
              <a:solidFill>
                <a:schemeClr val="tx1"/>
              </a:solidFill>
            </a:endParaRPr>
          </a:p>
          <a:p>
            <a:r>
              <a:rPr lang="en-US" dirty="0">
                <a:solidFill>
                  <a:schemeClr val="tx1"/>
                </a:solidFill>
              </a:rPr>
              <a:t>This paper makes use of LIME to ease the process of identifying the contribution of each token in the sequence.</a:t>
            </a:r>
          </a:p>
          <a:p>
            <a:pPr marL="0" indent="0">
              <a:buNone/>
            </a:pPr>
            <a:endParaRPr lang="en-US" dirty="0"/>
          </a:p>
        </p:txBody>
      </p:sp>
    </p:spTree>
    <p:extLst>
      <p:ext uri="{BB962C8B-B14F-4D97-AF65-F5344CB8AC3E}">
        <p14:creationId xmlns:p14="http://schemas.microsoft.com/office/powerpoint/2010/main" val="3348324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981798-4550-46DA-9172-4846E2FB6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82EB7D3-3AD8-4ED1-9E1A-2906E1463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flipH="1">
            <a:off x="423335" y="404829"/>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E9F67F0F-1906-A438-1D65-201DEFB00C96}"/>
              </a:ext>
            </a:extLst>
          </p:cNvPr>
          <p:cNvSpPr>
            <a:spLocks noGrp="1"/>
          </p:cNvSpPr>
          <p:nvPr>
            <p:ph type="title"/>
          </p:nvPr>
        </p:nvSpPr>
        <p:spPr>
          <a:xfrm>
            <a:off x="561110" y="973668"/>
            <a:ext cx="4177867" cy="1391692"/>
          </a:xfrm>
        </p:spPr>
        <p:txBody>
          <a:bodyPr>
            <a:normAutofit fontScale="90000"/>
          </a:bodyPr>
          <a:lstStyle/>
          <a:p>
            <a:r>
              <a:rPr lang="en-GB" dirty="0">
                <a:solidFill>
                  <a:schemeClr val="tx1"/>
                </a:solidFill>
              </a:rPr>
              <a:t>High-level: Long range dependency</a:t>
            </a:r>
          </a:p>
        </p:txBody>
      </p:sp>
      <p:sp>
        <p:nvSpPr>
          <p:cNvPr id="3" name="Content Placeholder 2">
            <a:extLst>
              <a:ext uri="{FF2B5EF4-FFF2-40B4-BE49-F238E27FC236}">
                <a16:creationId xmlns:a16="http://schemas.microsoft.com/office/drawing/2014/main" id="{00342174-5D18-62A3-CC48-E82C0817F210}"/>
              </a:ext>
            </a:extLst>
          </p:cNvPr>
          <p:cNvSpPr>
            <a:spLocks noGrp="1"/>
          </p:cNvSpPr>
          <p:nvPr>
            <p:ph idx="1"/>
          </p:nvPr>
        </p:nvSpPr>
        <p:spPr>
          <a:xfrm>
            <a:off x="561110" y="2603500"/>
            <a:ext cx="4072673" cy="3416300"/>
          </a:xfrm>
        </p:spPr>
        <p:txBody>
          <a:bodyPr>
            <a:normAutofit/>
          </a:bodyPr>
          <a:lstStyle/>
          <a:p>
            <a:r>
              <a:rPr lang="en-US" dirty="0">
                <a:solidFill>
                  <a:schemeClr val="tx1"/>
                </a:solidFill>
              </a:rPr>
              <a:t>the color reflects the weights w at each position. </a:t>
            </a:r>
          </a:p>
          <a:p>
            <a:endParaRPr lang="en-US" dirty="0">
              <a:solidFill>
                <a:schemeClr val="tx1"/>
              </a:solidFill>
            </a:endParaRPr>
          </a:p>
          <a:p>
            <a:r>
              <a:rPr lang="en-US" dirty="0">
                <a:solidFill>
                  <a:schemeClr val="tx1"/>
                </a:solidFill>
              </a:rPr>
              <a:t>Red means the given position has positive weight and green means negative weight. T</a:t>
            </a:r>
          </a:p>
          <a:p>
            <a:endParaRPr lang="en-US" dirty="0">
              <a:solidFill>
                <a:schemeClr val="tx1"/>
              </a:solidFill>
            </a:endParaRPr>
          </a:p>
          <a:p>
            <a:r>
              <a:rPr lang="en-US" dirty="0">
                <a:solidFill>
                  <a:schemeClr val="tx1"/>
                </a:solidFill>
              </a:rPr>
              <a:t>he magnitude of weight is represented by the intensity</a:t>
            </a:r>
            <a:r>
              <a:rPr lang="en-US" dirty="0"/>
              <a:t>. </a:t>
            </a:r>
            <a:endParaRPr lang="en-GB" dirty="0"/>
          </a:p>
          <a:p>
            <a:pPr marL="0" indent="0">
              <a:buNone/>
            </a:pPr>
            <a:endParaRPr lang="en-GB" dirty="0"/>
          </a:p>
        </p:txBody>
      </p:sp>
      <p:pic>
        <p:nvPicPr>
          <p:cNvPr id="4" name="Picture 3">
            <a:extLst>
              <a:ext uri="{FF2B5EF4-FFF2-40B4-BE49-F238E27FC236}">
                <a16:creationId xmlns:a16="http://schemas.microsoft.com/office/drawing/2014/main" id="{16F57FBB-B606-7412-257A-12E516439A2A}"/>
              </a:ext>
            </a:extLst>
          </p:cNvPr>
          <p:cNvPicPr>
            <a:picLocks noChangeAspect="1"/>
          </p:cNvPicPr>
          <p:nvPr/>
        </p:nvPicPr>
        <p:blipFill>
          <a:blip r:embed="rId2"/>
          <a:srcRect r="1513" b="1"/>
          <a:stretch>
            <a:fillRect/>
          </a:stretch>
        </p:blipFill>
        <p:spPr>
          <a:xfrm>
            <a:off x="5120117" y="461681"/>
            <a:ext cx="6585549" cy="5934638"/>
          </a:xfrm>
          <a:custGeom>
            <a:avLst/>
            <a:gdLst/>
            <a:ahLst/>
            <a:cxnLst/>
            <a:rect l="l" t="t" r="r" b="b"/>
            <a:pathLst>
              <a:path w="6585549" h="5934638">
                <a:moveTo>
                  <a:pt x="225406" y="0"/>
                </a:moveTo>
                <a:lnTo>
                  <a:pt x="6585549" y="0"/>
                </a:lnTo>
                <a:lnTo>
                  <a:pt x="6585549" y="5934638"/>
                </a:lnTo>
                <a:lnTo>
                  <a:pt x="226600" y="5934638"/>
                </a:lnTo>
                <a:lnTo>
                  <a:pt x="214529" y="5856373"/>
                </a:lnTo>
                <a:lnTo>
                  <a:pt x="203238" y="5780097"/>
                </a:lnTo>
                <a:lnTo>
                  <a:pt x="191320" y="5689292"/>
                </a:lnTo>
                <a:lnTo>
                  <a:pt x="177049" y="5581536"/>
                </a:lnTo>
                <a:lnTo>
                  <a:pt x="161995" y="5462279"/>
                </a:lnTo>
                <a:lnTo>
                  <a:pt x="146156" y="5327888"/>
                </a:lnTo>
                <a:lnTo>
                  <a:pt x="129376" y="5181389"/>
                </a:lnTo>
                <a:lnTo>
                  <a:pt x="112596" y="5022177"/>
                </a:lnTo>
                <a:lnTo>
                  <a:pt x="95503" y="4852675"/>
                </a:lnTo>
                <a:lnTo>
                  <a:pt x="79664" y="4669854"/>
                </a:lnTo>
                <a:lnTo>
                  <a:pt x="64453" y="4478558"/>
                </a:lnTo>
                <a:lnTo>
                  <a:pt x="50652" y="4276365"/>
                </a:lnTo>
                <a:lnTo>
                  <a:pt x="37480" y="4065697"/>
                </a:lnTo>
                <a:lnTo>
                  <a:pt x="25091" y="3845949"/>
                </a:lnTo>
                <a:lnTo>
                  <a:pt x="20700" y="3733351"/>
                </a:lnTo>
                <a:lnTo>
                  <a:pt x="15838" y="3618331"/>
                </a:lnTo>
                <a:lnTo>
                  <a:pt x="11291" y="3501495"/>
                </a:lnTo>
                <a:lnTo>
                  <a:pt x="8311" y="3384054"/>
                </a:lnTo>
                <a:lnTo>
                  <a:pt x="5645" y="3264191"/>
                </a:lnTo>
                <a:lnTo>
                  <a:pt x="2822" y="3143118"/>
                </a:lnTo>
                <a:lnTo>
                  <a:pt x="941" y="3019623"/>
                </a:lnTo>
                <a:lnTo>
                  <a:pt x="941" y="2894918"/>
                </a:lnTo>
                <a:lnTo>
                  <a:pt x="0" y="2769001"/>
                </a:lnTo>
                <a:lnTo>
                  <a:pt x="941" y="2641874"/>
                </a:lnTo>
                <a:lnTo>
                  <a:pt x="2822" y="2512931"/>
                </a:lnTo>
                <a:lnTo>
                  <a:pt x="4547" y="2383988"/>
                </a:lnTo>
                <a:lnTo>
                  <a:pt x="8311" y="2253229"/>
                </a:lnTo>
                <a:lnTo>
                  <a:pt x="12232" y="2121259"/>
                </a:lnTo>
                <a:lnTo>
                  <a:pt x="16779" y="1989289"/>
                </a:lnTo>
                <a:lnTo>
                  <a:pt x="23209" y="1856108"/>
                </a:lnTo>
                <a:lnTo>
                  <a:pt x="30893" y="1721716"/>
                </a:lnTo>
                <a:lnTo>
                  <a:pt x="38264" y="1586720"/>
                </a:lnTo>
                <a:lnTo>
                  <a:pt x="47673" y="1451723"/>
                </a:lnTo>
                <a:lnTo>
                  <a:pt x="58964" y="1314910"/>
                </a:lnTo>
                <a:lnTo>
                  <a:pt x="70255" y="1179913"/>
                </a:lnTo>
                <a:lnTo>
                  <a:pt x="83271" y="1042495"/>
                </a:lnTo>
                <a:lnTo>
                  <a:pt x="97542" y="904471"/>
                </a:lnTo>
                <a:lnTo>
                  <a:pt x="112596" y="768263"/>
                </a:lnTo>
                <a:lnTo>
                  <a:pt x="130160" y="630240"/>
                </a:lnTo>
                <a:lnTo>
                  <a:pt x="148978" y="492821"/>
                </a:lnTo>
                <a:lnTo>
                  <a:pt x="167640" y="354798"/>
                </a:lnTo>
                <a:lnTo>
                  <a:pt x="189438" y="217380"/>
                </a:lnTo>
                <a:lnTo>
                  <a:pt x="211706" y="80567"/>
                </a:lnTo>
                <a:close/>
              </a:path>
            </a:pathLst>
          </a:custGeom>
        </p:spPr>
      </p:pic>
      <p:sp>
        <p:nvSpPr>
          <p:cNvPr id="13" name="Freeform 5">
            <a:extLst>
              <a:ext uri="{FF2B5EF4-FFF2-40B4-BE49-F238E27FC236}">
                <a16:creationId xmlns:a16="http://schemas.microsoft.com/office/drawing/2014/main" id="{2D529E20-662F-4915-ACD7-970C026FD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677511" flipH="1">
            <a:off x="3545327" y="190332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a:p>
        </p:txBody>
      </p:sp>
    </p:spTree>
    <p:extLst>
      <p:ext uri="{BB962C8B-B14F-4D97-AF65-F5344CB8AC3E}">
        <p14:creationId xmlns:p14="http://schemas.microsoft.com/office/powerpoint/2010/main" val="1140339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16FA9-B5E1-EBF6-0EF4-5ED7BFB56261}"/>
              </a:ext>
            </a:extLst>
          </p:cNvPr>
          <p:cNvSpPr>
            <a:spLocks noGrp="1"/>
          </p:cNvSpPr>
          <p:nvPr>
            <p:ph type="title"/>
          </p:nvPr>
        </p:nvSpPr>
        <p:spPr>
          <a:xfrm>
            <a:off x="1154954" y="973668"/>
            <a:ext cx="8761413" cy="706964"/>
          </a:xfrm>
        </p:spPr>
        <p:txBody>
          <a:bodyPr>
            <a:normAutofit/>
          </a:bodyPr>
          <a:lstStyle/>
          <a:p>
            <a:endParaRPr lang="en-GB"/>
          </a:p>
        </p:txBody>
      </p:sp>
      <p:pic>
        <p:nvPicPr>
          <p:cNvPr id="4" name="Content Placeholder 3">
            <a:extLst>
              <a:ext uri="{FF2B5EF4-FFF2-40B4-BE49-F238E27FC236}">
                <a16:creationId xmlns:a16="http://schemas.microsoft.com/office/drawing/2014/main" id="{44E2026B-C430-08AE-295E-0BB4B50EDE17}"/>
              </a:ext>
            </a:extLst>
          </p:cNvPr>
          <p:cNvPicPr>
            <a:picLocks noChangeAspect="1"/>
          </p:cNvPicPr>
          <p:nvPr/>
        </p:nvPicPr>
        <p:blipFill>
          <a:blip r:embed="rId2"/>
          <a:srcRect t="3030" r="4" b="4970"/>
          <a:stretch>
            <a:fillRect/>
          </a:stretch>
        </p:blipFill>
        <p:spPr>
          <a:xfrm>
            <a:off x="1151467" y="2775951"/>
            <a:ext cx="4345024" cy="3067163"/>
          </a:xfrm>
          <a:prstGeom prst="roundRect">
            <a:avLst>
              <a:gd name="adj" fmla="val 1858"/>
            </a:avLst>
          </a:prstGeom>
          <a:effectLst>
            <a:outerShdw blurRad="50800" dist="50800" dir="5400000" algn="tl" rotWithShape="0">
              <a:srgbClr val="000000">
                <a:alpha val="43000"/>
              </a:srgbClr>
            </a:outerShdw>
          </a:effectLst>
        </p:spPr>
      </p:pic>
      <p:sp>
        <p:nvSpPr>
          <p:cNvPr id="8" name="Content Placeholder 7">
            <a:extLst>
              <a:ext uri="{FF2B5EF4-FFF2-40B4-BE49-F238E27FC236}">
                <a16:creationId xmlns:a16="http://schemas.microsoft.com/office/drawing/2014/main" id="{54855C61-ABFB-42DD-DBED-1FF2C44EC8A3}"/>
              </a:ext>
            </a:extLst>
          </p:cNvPr>
          <p:cNvSpPr>
            <a:spLocks noGrp="1"/>
          </p:cNvSpPr>
          <p:nvPr>
            <p:ph idx="1"/>
          </p:nvPr>
        </p:nvSpPr>
        <p:spPr>
          <a:xfrm>
            <a:off x="5980954" y="2603500"/>
            <a:ext cx="5211979" cy="3416300"/>
          </a:xfrm>
        </p:spPr>
        <p:txBody>
          <a:bodyPr anchor="ctr">
            <a:normAutofit/>
          </a:bodyPr>
          <a:lstStyle/>
          <a:p>
            <a:r>
              <a:rPr lang="en-US" dirty="0"/>
              <a:t>Figure 8 shown another high-level factor, which detects text snippets related to “the beginning of a biography”. </a:t>
            </a:r>
          </a:p>
          <a:p>
            <a:endParaRPr lang="en-US" dirty="0"/>
          </a:p>
          <a:p>
            <a:r>
              <a:rPr lang="en-US" dirty="0"/>
              <a:t>The necessary components, day of birth as month and four-digit years, first name and last name, familial relation, and career, are all midlevel information.</a:t>
            </a:r>
            <a:endParaRPr lang="en-GB" dirty="0"/>
          </a:p>
          <a:p>
            <a:pPr marL="0" indent="0">
              <a:buNone/>
            </a:pPr>
            <a:endParaRPr lang="en-US" dirty="0"/>
          </a:p>
        </p:txBody>
      </p:sp>
    </p:spTree>
    <p:extLst>
      <p:ext uri="{BB962C8B-B14F-4D97-AF65-F5344CB8AC3E}">
        <p14:creationId xmlns:p14="http://schemas.microsoft.com/office/powerpoint/2010/main" val="38171807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6503EB0F-2257-4A3E-A73B-E1DE769B45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5" name="Rectangle 14">
              <a:extLst>
                <a:ext uri="{FF2B5EF4-FFF2-40B4-BE49-F238E27FC236}">
                  <a16:creationId xmlns:a16="http://schemas.microsoft.com/office/drawing/2014/main" id="{77012B2A-0D78-433A-8C68-8889D3DCD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6" name="Freeform 5">
              <a:extLst>
                <a:ext uri="{FF2B5EF4-FFF2-40B4-BE49-F238E27FC236}">
                  <a16:creationId xmlns:a16="http://schemas.microsoft.com/office/drawing/2014/main" id="{119D0202-ED3F-47CC-90E9-4E963BCDAB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18" name="Rectangle 17">
            <a:extLst>
              <a:ext uri="{FF2B5EF4-FFF2-40B4-BE49-F238E27FC236}">
                <a16:creationId xmlns:a16="http://schemas.microsoft.com/office/drawing/2014/main" id="{670D6F2B-93AF-47D6-9378-5E54BE0AC6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20" name="Rectangle 19">
            <a:extLst>
              <a:ext uri="{FF2B5EF4-FFF2-40B4-BE49-F238E27FC236}">
                <a16:creationId xmlns:a16="http://schemas.microsoft.com/office/drawing/2014/main" id="{491A5E26-1F21-459D-8C03-ADB057B090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2DDE412-D243-6748-DAD1-765DDE92251F}"/>
              </a:ext>
            </a:extLst>
          </p:cNvPr>
          <p:cNvPicPr>
            <a:picLocks noChangeAspect="1"/>
          </p:cNvPicPr>
          <p:nvPr/>
        </p:nvPicPr>
        <p:blipFill>
          <a:blip r:embed="rId3">
            <a:alphaModFix amt="40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9CCD58CA-2A3E-5F1E-083D-82BC107451A3}"/>
              </a:ext>
            </a:extLst>
          </p:cNvPr>
          <p:cNvSpPr>
            <a:spLocks noGrp="1"/>
          </p:cNvSpPr>
          <p:nvPr>
            <p:ph type="title"/>
          </p:nvPr>
        </p:nvSpPr>
        <p:spPr>
          <a:xfrm>
            <a:off x="1154955" y="2099733"/>
            <a:ext cx="8825658" cy="2677648"/>
          </a:xfrm>
        </p:spPr>
        <p:txBody>
          <a:bodyPr vert="horz" lIns="91440" tIns="45720" rIns="91440" bIns="45720" rtlCol="0" anchor="b">
            <a:normAutofit/>
          </a:bodyPr>
          <a:lstStyle/>
          <a:p>
            <a:r>
              <a:rPr lang="en-US" sz="5400">
                <a:solidFill>
                  <a:schemeClr val="tx1"/>
                </a:solidFill>
              </a:rPr>
              <a:t>InterpreT: An interactive visualization Tool for interpreting Transformers</a:t>
            </a:r>
          </a:p>
        </p:txBody>
      </p:sp>
      <p:sp>
        <p:nvSpPr>
          <p:cNvPr id="3" name="Content Placeholder 2">
            <a:extLst>
              <a:ext uri="{FF2B5EF4-FFF2-40B4-BE49-F238E27FC236}">
                <a16:creationId xmlns:a16="http://schemas.microsoft.com/office/drawing/2014/main" id="{7C741CDD-B240-7305-71A8-C96B049E8443}"/>
              </a:ext>
            </a:extLst>
          </p:cNvPr>
          <p:cNvSpPr>
            <a:spLocks noGrp="1"/>
          </p:cNvSpPr>
          <p:nvPr>
            <p:ph idx="1"/>
          </p:nvPr>
        </p:nvSpPr>
        <p:spPr>
          <a:xfrm>
            <a:off x="1154955" y="4777380"/>
            <a:ext cx="8825658" cy="861420"/>
          </a:xfrm>
        </p:spPr>
        <p:txBody>
          <a:bodyPr vert="horz" lIns="91440" tIns="45720" rIns="91440" bIns="45720" rtlCol="0" anchor="t">
            <a:normAutofit/>
          </a:bodyPr>
          <a:lstStyle/>
          <a:p>
            <a:pPr marL="0" indent="0">
              <a:buNone/>
            </a:pPr>
            <a:r>
              <a:rPr lang="en-US" cap="all" dirty="0">
                <a:solidFill>
                  <a:schemeClr val="tx1"/>
                </a:solidFill>
              </a:rPr>
              <a:t> </a:t>
            </a:r>
          </a:p>
        </p:txBody>
      </p:sp>
    </p:spTree>
    <p:extLst>
      <p:ext uri="{BB962C8B-B14F-4D97-AF65-F5344CB8AC3E}">
        <p14:creationId xmlns:p14="http://schemas.microsoft.com/office/powerpoint/2010/main" val="3399174079"/>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39943-5DDD-9EED-46F1-23718D8231A0}"/>
              </a:ext>
            </a:extLst>
          </p:cNvPr>
          <p:cNvSpPr>
            <a:spLocks noGrp="1"/>
          </p:cNvSpPr>
          <p:nvPr>
            <p:ph type="title"/>
          </p:nvPr>
        </p:nvSpPr>
        <p:spPr/>
        <p:txBody>
          <a:bodyPr/>
          <a:lstStyle/>
          <a:p>
            <a:r>
              <a:rPr lang="en-GB" dirty="0" err="1"/>
              <a:t>InterpreT</a:t>
            </a:r>
            <a:r>
              <a:rPr lang="en-GB" dirty="0"/>
              <a:t> </a:t>
            </a:r>
          </a:p>
        </p:txBody>
      </p:sp>
      <p:sp>
        <p:nvSpPr>
          <p:cNvPr id="3" name="Content Placeholder 2">
            <a:extLst>
              <a:ext uri="{FF2B5EF4-FFF2-40B4-BE49-F238E27FC236}">
                <a16:creationId xmlns:a16="http://schemas.microsoft.com/office/drawing/2014/main" id="{E01ADC09-ED29-FBEE-7388-40CF5821185D}"/>
              </a:ext>
            </a:extLst>
          </p:cNvPr>
          <p:cNvSpPr>
            <a:spLocks noGrp="1"/>
          </p:cNvSpPr>
          <p:nvPr>
            <p:ph idx="1"/>
          </p:nvPr>
        </p:nvSpPr>
        <p:spPr/>
        <p:txBody>
          <a:bodyPr/>
          <a:lstStyle/>
          <a:p>
            <a:r>
              <a:rPr lang="en-US" dirty="0">
                <a:solidFill>
                  <a:schemeClr val="tx1"/>
                </a:solidFill>
              </a:rPr>
              <a:t>The system flow consists of two major stages: offline extraction of the model specific and task specific information such as targets, predictions, relevant hidden states, and attention matrices and running the application itself. </a:t>
            </a:r>
          </a:p>
          <a:p>
            <a:endParaRPr lang="en-US" dirty="0">
              <a:solidFill>
                <a:schemeClr val="tx1"/>
              </a:solidFill>
            </a:endParaRPr>
          </a:p>
          <a:p>
            <a:r>
              <a:rPr lang="en-US" dirty="0">
                <a:solidFill>
                  <a:schemeClr val="tx1"/>
                </a:solidFill>
              </a:rPr>
              <a:t>During the offline stage the extracted hidden states are preprocessed using t-SNE before being saved to a file.</a:t>
            </a:r>
            <a:endParaRPr lang="en-GB" dirty="0">
              <a:solidFill>
                <a:schemeClr val="tx1"/>
              </a:solidFill>
            </a:endParaRPr>
          </a:p>
          <a:p>
            <a:pPr marL="0" indent="0">
              <a:buNone/>
            </a:pPr>
            <a:endParaRPr lang="en-GB" dirty="0"/>
          </a:p>
        </p:txBody>
      </p:sp>
    </p:spTree>
    <p:extLst>
      <p:ext uri="{BB962C8B-B14F-4D97-AF65-F5344CB8AC3E}">
        <p14:creationId xmlns:p14="http://schemas.microsoft.com/office/powerpoint/2010/main" val="26490621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9" name="Rectangle 28">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0"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32" name="Rectangle 31">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DB94D690-583C-608E-D429-F6836B2ADE0A}"/>
              </a:ext>
            </a:extLst>
          </p:cNvPr>
          <p:cNvSpPr>
            <a:spLocks noGrp="1"/>
          </p:cNvSpPr>
          <p:nvPr>
            <p:ph type="title"/>
          </p:nvPr>
        </p:nvSpPr>
        <p:spPr>
          <a:xfrm>
            <a:off x="8382055" y="1241266"/>
            <a:ext cx="3161016" cy="3153753"/>
          </a:xfrm>
        </p:spPr>
        <p:txBody>
          <a:bodyPr vert="horz" lIns="91440" tIns="45720" rIns="91440" bIns="45720" rtlCol="0" anchor="b">
            <a:normAutofit fontScale="90000"/>
          </a:bodyPr>
          <a:lstStyle/>
          <a:p>
            <a:r>
              <a:rPr lang="en-US" sz="5400" b="0" i="0" kern="1200" dirty="0">
                <a:solidFill>
                  <a:srgbClr val="EBEBEB"/>
                </a:solidFill>
                <a:latin typeface="+mj-lt"/>
                <a:ea typeface="+mj-ea"/>
                <a:cs typeface="+mj-cs"/>
              </a:rPr>
              <a:t>The different views of </a:t>
            </a:r>
            <a:r>
              <a:rPr lang="en-US" sz="5400" b="0" i="0" kern="1200" dirty="0" err="1">
                <a:solidFill>
                  <a:srgbClr val="EBEBEB"/>
                </a:solidFill>
                <a:latin typeface="+mj-lt"/>
                <a:ea typeface="+mj-ea"/>
                <a:cs typeface="+mj-cs"/>
              </a:rPr>
              <a:t>InterpreT</a:t>
            </a:r>
            <a:endParaRPr lang="en-US" sz="5400" b="0" i="0" kern="1200" dirty="0">
              <a:solidFill>
                <a:srgbClr val="EBEBEB"/>
              </a:solidFill>
              <a:latin typeface="+mj-lt"/>
              <a:ea typeface="+mj-ea"/>
              <a:cs typeface="+mj-cs"/>
            </a:endParaRPr>
          </a:p>
        </p:txBody>
      </p:sp>
      <p:grpSp>
        <p:nvGrpSpPr>
          <p:cNvPr id="34" name="Group 33">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35" name="Rectangle 34">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6"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GB"/>
            </a:p>
          </p:txBody>
        </p:sp>
        <p:sp>
          <p:nvSpPr>
            <p:cNvPr id="37"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a:p>
          </p:txBody>
        </p:sp>
      </p:grpSp>
      <p:pic>
        <p:nvPicPr>
          <p:cNvPr id="4" name="Content Placeholder 3">
            <a:extLst>
              <a:ext uri="{FF2B5EF4-FFF2-40B4-BE49-F238E27FC236}">
                <a16:creationId xmlns:a16="http://schemas.microsoft.com/office/drawing/2014/main" id="{9C4EE8A0-219F-5B11-4CDD-01E5FDA1C46E}"/>
              </a:ext>
            </a:extLst>
          </p:cNvPr>
          <p:cNvPicPr>
            <a:picLocks noGrp="1" noChangeAspect="1"/>
          </p:cNvPicPr>
          <p:nvPr>
            <p:ph idx="1"/>
          </p:nvPr>
        </p:nvPicPr>
        <p:blipFill>
          <a:blip r:embed="rId3"/>
          <a:stretch>
            <a:fillRect/>
          </a:stretch>
        </p:blipFill>
        <p:spPr>
          <a:xfrm>
            <a:off x="1203814" y="1114621"/>
            <a:ext cx="6255078" cy="4628758"/>
          </a:xfrm>
          <a:prstGeom prst="rect">
            <a:avLst/>
          </a:prstGeom>
        </p:spPr>
      </p:pic>
    </p:spTree>
    <p:extLst>
      <p:ext uri="{BB962C8B-B14F-4D97-AF65-F5344CB8AC3E}">
        <p14:creationId xmlns:p14="http://schemas.microsoft.com/office/powerpoint/2010/main" val="33148091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71D6F-4C0E-6219-3854-62EC95EC3FC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3C331FC7-B014-07B9-F378-502BFBB59EE5}"/>
              </a:ext>
            </a:extLst>
          </p:cNvPr>
          <p:cNvSpPr>
            <a:spLocks noGrp="1"/>
          </p:cNvSpPr>
          <p:nvPr>
            <p:ph idx="1"/>
          </p:nvPr>
        </p:nvSpPr>
        <p:spPr/>
        <p:txBody>
          <a:bodyPr/>
          <a:lstStyle/>
          <a:p>
            <a:r>
              <a:rPr lang="en-US" dirty="0"/>
              <a:t>Attention head summary: </a:t>
            </a:r>
            <a:r>
              <a:rPr lang="en-US" dirty="0" err="1"/>
              <a:t>InterpreT</a:t>
            </a:r>
            <a:r>
              <a:rPr lang="en-US" dirty="0"/>
              <a:t> includes a head summary plot that displays attention head summary statistics for each head and layer. </a:t>
            </a:r>
          </a:p>
          <a:p>
            <a:endParaRPr lang="en-US" dirty="0"/>
          </a:p>
          <a:p>
            <a:r>
              <a:rPr lang="en-US" dirty="0"/>
              <a:t>Attention matrix correlation: obtained by computing the correlation between an attention matrix and an arbitrary, same-size matrix.</a:t>
            </a:r>
            <a:endParaRPr lang="en-GB" dirty="0"/>
          </a:p>
          <a:p>
            <a:endParaRPr lang="en-GB" dirty="0"/>
          </a:p>
          <a:p>
            <a:r>
              <a:rPr lang="en-GB" dirty="0"/>
              <a:t>Task-specific attention intensity: </a:t>
            </a:r>
            <a:r>
              <a:rPr lang="en-US" dirty="0"/>
              <a:t>a “coreference intensity” metric is devised to pinpoint attention heads with an affinity for identifying coreference relationships</a:t>
            </a:r>
            <a:endParaRPr lang="en-GB" dirty="0"/>
          </a:p>
        </p:txBody>
      </p:sp>
    </p:spTree>
    <p:extLst>
      <p:ext uri="{BB962C8B-B14F-4D97-AF65-F5344CB8AC3E}">
        <p14:creationId xmlns:p14="http://schemas.microsoft.com/office/powerpoint/2010/main" val="21505960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459AA-82F7-F4E3-61F0-EA38F4379C65}"/>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7F66AA7D-7716-A054-AEDA-CEC9F884CD11}"/>
              </a:ext>
            </a:extLst>
          </p:cNvPr>
          <p:cNvSpPr>
            <a:spLocks noGrp="1"/>
          </p:cNvSpPr>
          <p:nvPr>
            <p:ph idx="1"/>
          </p:nvPr>
        </p:nvSpPr>
        <p:spPr/>
        <p:txBody>
          <a:bodyPr/>
          <a:lstStyle/>
          <a:p>
            <a:r>
              <a:rPr lang="en-US" dirty="0"/>
              <a:t>Attention matrix/maps: </a:t>
            </a:r>
            <a:r>
              <a:rPr lang="en-US" dirty="0" err="1"/>
              <a:t>InterpreT</a:t>
            </a:r>
            <a:r>
              <a:rPr lang="en-US" dirty="0"/>
              <a:t> provides the ability to display the attention patterns and weights exhibited by specific attention heads, which can be selected by clicking on a specific head and layer in the head summary plot.</a:t>
            </a:r>
          </a:p>
          <a:p>
            <a:endParaRPr lang="en-US" dirty="0"/>
          </a:p>
          <a:p>
            <a:r>
              <a:rPr lang="en-US" dirty="0"/>
              <a:t>Average T-SNE Distance Per Layer: To complement t-SNE visualization of the hidden states, </a:t>
            </a:r>
            <a:r>
              <a:rPr lang="en-US" dirty="0" err="1"/>
              <a:t>InterpreT</a:t>
            </a:r>
            <a:r>
              <a:rPr lang="en-US" dirty="0"/>
              <a:t> also introduces a novel plot showing the average t-SNE space distance between specific groups of terms across all the Transformers’ layers</a:t>
            </a:r>
            <a:endParaRPr lang="en-GB" dirty="0"/>
          </a:p>
        </p:txBody>
      </p:sp>
    </p:spTree>
    <p:extLst>
      <p:ext uri="{BB962C8B-B14F-4D97-AF65-F5344CB8AC3E}">
        <p14:creationId xmlns:p14="http://schemas.microsoft.com/office/powerpoint/2010/main" val="33109871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8164B-D4F7-1244-9472-4FF6137BBE1D}"/>
              </a:ext>
            </a:extLst>
          </p:cNvPr>
          <p:cNvSpPr>
            <a:spLocks noGrp="1"/>
          </p:cNvSpPr>
          <p:nvPr>
            <p:ph type="title"/>
          </p:nvPr>
        </p:nvSpPr>
        <p:spPr>
          <a:xfrm>
            <a:off x="1154954" y="973668"/>
            <a:ext cx="8761413" cy="706964"/>
          </a:xfrm>
        </p:spPr>
        <p:txBody>
          <a:bodyPr>
            <a:normAutofit/>
          </a:bodyPr>
          <a:lstStyle/>
          <a:p>
            <a:r>
              <a:rPr lang="en-GB">
                <a:solidFill>
                  <a:srgbClr val="EBEBEB"/>
                </a:solidFill>
              </a:rPr>
              <a:t>Use cases</a:t>
            </a:r>
          </a:p>
        </p:txBody>
      </p:sp>
      <p:sp>
        <p:nvSpPr>
          <p:cNvPr id="3" name="Content Placeholder 2">
            <a:extLst>
              <a:ext uri="{FF2B5EF4-FFF2-40B4-BE49-F238E27FC236}">
                <a16:creationId xmlns:a16="http://schemas.microsoft.com/office/drawing/2014/main" id="{D0AB8276-4182-B947-7235-AFFCF8E53898}"/>
              </a:ext>
            </a:extLst>
          </p:cNvPr>
          <p:cNvSpPr>
            <a:spLocks noGrp="1"/>
          </p:cNvSpPr>
          <p:nvPr>
            <p:ph idx="1"/>
          </p:nvPr>
        </p:nvSpPr>
        <p:spPr>
          <a:xfrm>
            <a:off x="1154955" y="2603500"/>
            <a:ext cx="3481054" cy="3416300"/>
          </a:xfrm>
        </p:spPr>
        <p:txBody>
          <a:bodyPr anchor="ctr">
            <a:normAutofit/>
          </a:bodyPr>
          <a:lstStyle/>
          <a:p>
            <a:pPr>
              <a:lnSpc>
                <a:spcPct val="90000"/>
              </a:lnSpc>
            </a:pPr>
            <a:r>
              <a:rPr lang="en-GB" sz="1400" b="1" dirty="0"/>
              <a:t>Cross domain aspect-based sentiment analysis</a:t>
            </a:r>
            <a:r>
              <a:rPr lang="en-GB" sz="1400" dirty="0"/>
              <a:t>: </a:t>
            </a:r>
            <a:r>
              <a:rPr lang="en-US" sz="1400" dirty="0"/>
              <a:t>A fundamental task in fine-grained sentiment analysis is the extraction of aspect and opinion terms. </a:t>
            </a:r>
          </a:p>
          <a:p>
            <a:pPr>
              <a:lnSpc>
                <a:spcPct val="90000"/>
              </a:lnSpc>
            </a:pPr>
            <a:r>
              <a:rPr lang="en-US" sz="1400" dirty="0"/>
              <a:t>in the sentence “The chocolate cake was incredible”, the aspect term is chocolate cake, and the opinion term is incredible. </a:t>
            </a:r>
          </a:p>
          <a:p>
            <a:pPr>
              <a:lnSpc>
                <a:spcPct val="90000"/>
              </a:lnSpc>
            </a:pPr>
            <a:r>
              <a:rPr lang="en-US" sz="1400" dirty="0"/>
              <a:t>LIBERT and the Baseline model achieved aspect extraction F1 scores of 0.5143 and 0.4254 respectively</a:t>
            </a:r>
          </a:p>
        </p:txBody>
      </p:sp>
      <p:pic>
        <p:nvPicPr>
          <p:cNvPr id="4" name="Picture 3">
            <a:extLst>
              <a:ext uri="{FF2B5EF4-FFF2-40B4-BE49-F238E27FC236}">
                <a16:creationId xmlns:a16="http://schemas.microsoft.com/office/drawing/2014/main" id="{8DEBD8ED-C999-891F-BACD-3572A6ADDE7E}"/>
              </a:ext>
            </a:extLst>
          </p:cNvPr>
          <p:cNvPicPr>
            <a:picLocks noChangeAspect="1"/>
          </p:cNvPicPr>
          <p:nvPr/>
        </p:nvPicPr>
        <p:blipFill>
          <a:blip r:embed="rId2"/>
          <a:stretch>
            <a:fillRect/>
          </a:stretch>
        </p:blipFill>
        <p:spPr>
          <a:xfrm>
            <a:off x="4636009" y="2416629"/>
            <a:ext cx="7555991" cy="3603171"/>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8091516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2E839-29E6-BDA4-B24B-D7816E813CA5}"/>
              </a:ext>
            </a:extLst>
          </p:cNvPr>
          <p:cNvSpPr>
            <a:spLocks noGrp="1"/>
          </p:cNvSpPr>
          <p:nvPr>
            <p:ph type="title"/>
          </p:nvPr>
        </p:nvSpPr>
        <p:spPr>
          <a:xfrm>
            <a:off x="1154954" y="973668"/>
            <a:ext cx="8761413" cy="706964"/>
          </a:xfrm>
        </p:spPr>
        <p:txBody>
          <a:bodyPr>
            <a:normAutofit/>
          </a:bodyPr>
          <a:lstStyle/>
          <a:p>
            <a:endParaRPr lang="en-GB">
              <a:solidFill>
                <a:srgbClr val="EBEBEB"/>
              </a:solidFill>
            </a:endParaRPr>
          </a:p>
        </p:txBody>
      </p:sp>
      <p:sp>
        <p:nvSpPr>
          <p:cNvPr id="3" name="Content Placeholder 2">
            <a:extLst>
              <a:ext uri="{FF2B5EF4-FFF2-40B4-BE49-F238E27FC236}">
                <a16:creationId xmlns:a16="http://schemas.microsoft.com/office/drawing/2014/main" id="{ED8A1B5F-5167-152E-C6DC-415916EBC740}"/>
              </a:ext>
            </a:extLst>
          </p:cNvPr>
          <p:cNvSpPr>
            <a:spLocks noGrp="1"/>
          </p:cNvSpPr>
          <p:nvPr>
            <p:ph idx="1"/>
          </p:nvPr>
        </p:nvSpPr>
        <p:spPr>
          <a:xfrm>
            <a:off x="1154955" y="2603500"/>
            <a:ext cx="3481054" cy="3416300"/>
          </a:xfrm>
        </p:spPr>
        <p:txBody>
          <a:bodyPr anchor="ctr">
            <a:normAutofit/>
          </a:bodyPr>
          <a:lstStyle/>
          <a:p>
            <a:r>
              <a:rPr lang="en-GB" sz="1600" b="1"/>
              <a:t>Visualizing the domain GAP</a:t>
            </a:r>
            <a:r>
              <a:rPr lang="en-GB" sz="1600"/>
              <a:t>: </a:t>
            </a:r>
            <a:r>
              <a:rPr lang="en-US" sz="1600"/>
              <a:t>InterpreT is used to visualize how the incorporation of dependency relations in LIBERT contributes to bridging the gap between domains. </a:t>
            </a:r>
            <a:endParaRPr lang="en-GB" sz="1600"/>
          </a:p>
        </p:txBody>
      </p:sp>
      <p:pic>
        <p:nvPicPr>
          <p:cNvPr id="4" name="Picture 3">
            <a:extLst>
              <a:ext uri="{FF2B5EF4-FFF2-40B4-BE49-F238E27FC236}">
                <a16:creationId xmlns:a16="http://schemas.microsoft.com/office/drawing/2014/main" id="{88999E3C-638A-F5E6-A3C5-73B90315B040}"/>
              </a:ext>
            </a:extLst>
          </p:cNvPr>
          <p:cNvPicPr>
            <a:picLocks noChangeAspect="1"/>
          </p:cNvPicPr>
          <p:nvPr/>
        </p:nvPicPr>
        <p:blipFill>
          <a:blip r:embed="rId2"/>
          <a:stretch>
            <a:fillRect/>
          </a:stretch>
        </p:blipFill>
        <p:spPr>
          <a:xfrm>
            <a:off x="4528457" y="2351314"/>
            <a:ext cx="7663543" cy="4136571"/>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1893195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93CA0-F727-A0C8-2492-E1ECDF8E4E21}"/>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D04B07C5-9220-5847-9F00-CE2234FBF4FF}"/>
              </a:ext>
            </a:extLst>
          </p:cNvPr>
          <p:cNvSpPr>
            <a:spLocks noGrp="1"/>
          </p:cNvSpPr>
          <p:nvPr>
            <p:ph idx="1"/>
          </p:nvPr>
        </p:nvSpPr>
        <p:spPr/>
        <p:txBody>
          <a:bodyPr/>
          <a:lstStyle/>
          <a:p>
            <a:r>
              <a:rPr lang="en-GB" b="1" dirty="0"/>
              <a:t>Grammar Correlation: </a:t>
            </a:r>
            <a:r>
              <a:rPr lang="en-US" dirty="0"/>
              <a:t>A key feature of </a:t>
            </a:r>
            <a:r>
              <a:rPr lang="en-US" dirty="0" err="1"/>
              <a:t>InterpreT</a:t>
            </a:r>
            <a:r>
              <a:rPr lang="en-US" dirty="0"/>
              <a:t> is the addition of metrics to help identify attention heads which carry out specific functions. For analyzing LIBERT, the “grammar correlation” metric is used to identify attention heads with an affinity for detecting syntactic relations. Figure 3a</a:t>
            </a:r>
          </a:p>
          <a:p>
            <a:endParaRPr lang="en-US" dirty="0"/>
          </a:p>
          <a:p>
            <a:r>
              <a:rPr lang="en-US" dirty="0"/>
              <a:t>LIBERT’s head 13 shows much higher grammar correlation </a:t>
            </a:r>
            <a:endParaRPr lang="en-GB" b="1" dirty="0"/>
          </a:p>
        </p:txBody>
      </p:sp>
    </p:spTree>
    <p:extLst>
      <p:ext uri="{BB962C8B-B14F-4D97-AF65-F5344CB8AC3E}">
        <p14:creationId xmlns:p14="http://schemas.microsoft.com/office/powerpoint/2010/main" val="15938941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0C2B8F-6B1B-46D5-86E6-40F36C695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11" name="Freeform 5">
            <a:extLst>
              <a:ext uri="{FF2B5EF4-FFF2-40B4-BE49-F238E27FC236}">
                <a16:creationId xmlns:a16="http://schemas.microsoft.com/office/drawing/2014/main" id="{DB521824-592C-476A-AB0A-CA0C6D1F34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
        <p:nvSpPr>
          <p:cNvPr id="13" name="Freeform: Shape 12">
            <a:extLst>
              <a:ext uri="{FF2B5EF4-FFF2-40B4-BE49-F238E27FC236}">
                <a16:creationId xmlns:a16="http://schemas.microsoft.com/office/drawing/2014/main" id="{A2749EFA-8EE4-4EB8-9424-8E593B932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15" name="Freeform 5">
            <a:extLst>
              <a:ext uri="{FF2B5EF4-FFF2-40B4-BE49-F238E27FC236}">
                <a16:creationId xmlns:a16="http://schemas.microsoft.com/office/drawing/2014/main" id="{B5C860C9-D4F9-4350-80DA-0D1CD36C7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 name="Title 1">
            <a:extLst>
              <a:ext uri="{FF2B5EF4-FFF2-40B4-BE49-F238E27FC236}">
                <a16:creationId xmlns:a16="http://schemas.microsoft.com/office/drawing/2014/main" id="{2B4BE97F-D297-1BAE-F146-E1CB7CA3F2BE}"/>
              </a:ext>
            </a:extLst>
          </p:cNvPr>
          <p:cNvSpPr>
            <a:spLocks noGrp="1"/>
          </p:cNvSpPr>
          <p:nvPr>
            <p:ph type="title"/>
          </p:nvPr>
        </p:nvSpPr>
        <p:spPr>
          <a:xfrm>
            <a:off x="639098" y="629265"/>
            <a:ext cx="5132438" cy="1622322"/>
          </a:xfrm>
        </p:spPr>
        <p:txBody>
          <a:bodyPr>
            <a:normAutofit/>
          </a:bodyPr>
          <a:lstStyle/>
          <a:p>
            <a:endParaRPr lang="en-GB">
              <a:solidFill>
                <a:srgbClr val="EBEBEB"/>
              </a:solidFill>
            </a:endParaRPr>
          </a:p>
        </p:txBody>
      </p:sp>
      <p:pic>
        <p:nvPicPr>
          <p:cNvPr id="4" name="Picture 3">
            <a:extLst>
              <a:ext uri="{FF2B5EF4-FFF2-40B4-BE49-F238E27FC236}">
                <a16:creationId xmlns:a16="http://schemas.microsoft.com/office/drawing/2014/main" id="{6870BAA5-0B48-21F8-296B-0C8F757412FA}"/>
              </a:ext>
            </a:extLst>
          </p:cNvPr>
          <p:cNvPicPr>
            <a:picLocks noChangeAspect="1"/>
          </p:cNvPicPr>
          <p:nvPr/>
        </p:nvPicPr>
        <p:blipFill>
          <a:blip r:embed="rId2"/>
          <a:stretch>
            <a:fillRect/>
          </a:stretch>
        </p:blipFill>
        <p:spPr>
          <a:xfrm>
            <a:off x="6714836" y="2339260"/>
            <a:ext cx="4828707" cy="2197060"/>
          </a:xfrm>
          <a:prstGeom prst="rect">
            <a:avLst/>
          </a:prstGeom>
        </p:spPr>
      </p:pic>
      <p:sp>
        <p:nvSpPr>
          <p:cNvPr id="17" name="Rectangle 16">
            <a:extLst>
              <a:ext uri="{FF2B5EF4-FFF2-40B4-BE49-F238E27FC236}">
                <a16:creationId xmlns:a16="http://schemas.microsoft.com/office/drawing/2014/main" id="{538A90C8-AE0E-4EBA-9AF8-EEDB20602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E8CA8725-F672-AF44-DD3F-3C4A86C5519D}"/>
              </a:ext>
            </a:extLst>
          </p:cNvPr>
          <p:cNvSpPr>
            <a:spLocks noGrp="1"/>
          </p:cNvSpPr>
          <p:nvPr>
            <p:ph idx="1"/>
          </p:nvPr>
        </p:nvSpPr>
        <p:spPr>
          <a:xfrm>
            <a:off x="639098" y="2418735"/>
            <a:ext cx="5132439" cy="3811742"/>
          </a:xfrm>
        </p:spPr>
        <p:txBody>
          <a:bodyPr anchor="ctr">
            <a:normAutofit/>
          </a:bodyPr>
          <a:lstStyle/>
          <a:p>
            <a:r>
              <a:rPr lang="en-GB" b="1" dirty="0">
                <a:solidFill>
                  <a:srgbClr val="FFFFFF"/>
                </a:solidFill>
              </a:rPr>
              <a:t>Coreference Resolution in the Winograd Schema Challenge (WSC):</a:t>
            </a:r>
            <a:r>
              <a:rPr lang="en-GB" dirty="0">
                <a:solidFill>
                  <a:srgbClr val="FFFFFF"/>
                </a:solidFill>
              </a:rPr>
              <a:t> </a:t>
            </a:r>
            <a:r>
              <a:rPr lang="en-US" dirty="0">
                <a:solidFill>
                  <a:srgbClr val="FFFFFF"/>
                </a:solidFill>
              </a:rPr>
              <a:t>In this analysis of WSC, </a:t>
            </a:r>
            <a:r>
              <a:rPr lang="en-US" dirty="0" err="1">
                <a:solidFill>
                  <a:srgbClr val="FFFFFF"/>
                </a:solidFill>
              </a:rPr>
              <a:t>InterpreT</a:t>
            </a:r>
            <a:r>
              <a:rPr lang="en-US" dirty="0">
                <a:solidFill>
                  <a:srgbClr val="FFFFFF"/>
                </a:solidFill>
              </a:rPr>
              <a:t> demonstrates how information in the attention matrices and the hidden states of a Transformer can be used to understand the implicit mechanisms contributing to its ability to identify </a:t>
            </a:r>
            <a:r>
              <a:rPr lang="en-US" dirty="0" err="1">
                <a:solidFill>
                  <a:srgbClr val="FFFFFF"/>
                </a:solidFill>
              </a:rPr>
              <a:t>coreferent</a:t>
            </a:r>
            <a:r>
              <a:rPr lang="en-US" dirty="0">
                <a:solidFill>
                  <a:srgbClr val="FFFFFF"/>
                </a:solidFill>
              </a:rPr>
              <a:t> terms.</a:t>
            </a:r>
          </a:p>
          <a:p>
            <a:endParaRPr lang="en-US" b="1" dirty="0">
              <a:solidFill>
                <a:srgbClr val="FFFFFF"/>
              </a:solidFill>
            </a:endParaRPr>
          </a:p>
          <a:p>
            <a:endParaRPr lang="en-GB" b="1" dirty="0">
              <a:solidFill>
                <a:srgbClr val="FFFFFF"/>
              </a:solidFill>
            </a:endParaRPr>
          </a:p>
        </p:txBody>
      </p:sp>
    </p:spTree>
    <p:extLst>
      <p:ext uri="{BB962C8B-B14F-4D97-AF65-F5344CB8AC3E}">
        <p14:creationId xmlns:p14="http://schemas.microsoft.com/office/powerpoint/2010/main" val="1623149380"/>
      </p:ext>
    </p:extLst>
  </p:cSld>
  <p:clrMapOvr>
    <a:overrideClrMapping bg1="dk1" tx1="lt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0C2B8F-6B1B-46D5-86E6-40F36C695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11" name="Freeform 5">
            <a:extLst>
              <a:ext uri="{FF2B5EF4-FFF2-40B4-BE49-F238E27FC236}">
                <a16:creationId xmlns:a16="http://schemas.microsoft.com/office/drawing/2014/main" id="{DB521824-592C-476A-AB0A-CA0C6D1F34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
        <p:nvSpPr>
          <p:cNvPr id="13" name="Freeform: Shape 12">
            <a:extLst>
              <a:ext uri="{FF2B5EF4-FFF2-40B4-BE49-F238E27FC236}">
                <a16:creationId xmlns:a16="http://schemas.microsoft.com/office/drawing/2014/main" id="{A2749EFA-8EE4-4EB8-9424-8E593B932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15" name="Freeform 5">
            <a:extLst>
              <a:ext uri="{FF2B5EF4-FFF2-40B4-BE49-F238E27FC236}">
                <a16:creationId xmlns:a16="http://schemas.microsoft.com/office/drawing/2014/main" id="{B5C860C9-D4F9-4350-80DA-0D1CD36C7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 name="Title 1">
            <a:extLst>
              <a:ext uri="{FF2B5EF4-FFF2-40B4-BE49-F238E27FC236}">
                <a16:creationId xmlns:a16="http://schemas.microsoft.com/office/drawing/2014/main" id="{658BDD89-A127-F9F2-69D0-3FB00F711F16}"/>
              </a:ext>
            </a:extLst>
          </p:cNvPr>
          <p:cNvSpPr>
            <a:spLocks noGrp="1"/>
          </p:cNvSpPr>
          <p:nvPr>
            <p:ph type="title"/>
          </p:nvPr>
        </p:nvSpPr>
        <p:spPr>
          <a:xfrm>
            <a:off x="639098" y="629265"/>
            <a:ext cx="5132438" cy="275610"/>
          </a:xfrm>
        </p:spPr>
        <p:txBody>
          <a:bodyPr>
            <a:normAutofit fontScale="90000"/>
          </a:bodyPr>
          <a:lstStyle/>
          <a:p>
            <a:endParaRPr lang="en-GB" dirty="0">
              <a:solidFill>
                <a:srgbClr val="EBEBEB"/>
              </a:solidFill>
            </a:endParaRPr>
          </a:p>
        </p:txBody>
      </p:sp>
      <p:pic>
        <p:nvPicPr>
          <p:cNvPr id="4" name="Picture 3">
            <a:extLst>
              <a:ext uri="{FF2B5EF4-FFF2-40B4-BE49-F238E27FC236}">
                <a16:creationId xmlns:a16="http://schemas.microsoft.com/office/drawing/2014/main" id="{04B9E990-1C11-C1E6-A08F-1A445F5B44ED}"/>
              </a:ext>
            </a:extLst>
          </p:cNvPr>
          <p:cNvPicPr>
            <a:picLocks noChangeAspect="1"/>
          </p:cNvPicPr>
          <p:nvPr/>
        </p:nvPicPr>
        <p:blipFill>
          <a:blip r:embed="rId2"/>
          <a:stretch>
            <a:fillRect/>
          </a:stretch>
        </p:blipFill>
        <p:spPr>
          <a:xfrm>
            <a:off x="6714836" y="820604"/>
            <a:ext cx="4828707" cy="5234372"/>
          </a:xfrm>
          <a:prstGeom prst="rect">
            <a:avLst/>
          </a:prstGeom>
        </p:spPr>
      </p:pic>
      <p:sp>
        <p:nvSpPr>
          <p:cNvPr id="17" name="Rectangle 16">
            <a:extLst>
              <a:ext uri="{FF2B5EF4-FFF2-40B4-BE49-F238E27FC236}">
                <a16:creationId xmlns:a16="http://schemas.microsoft.com/office/drawing/2014/main" id="{538A90C8-AE0E-4EBA-9AF8-EEDB20602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80218689-6DB9-3858-462B-C51F6FD6080E}"/>
              </a:ext>
            </a:extLst>
          </p:cNvPr>
          <p:cNvSpPr>
            <a:spLocks noGrp="1"/>
          </p:cNvSpPr>
          <p:nvPr>
            <p:ph idx="1"/>
          </p:nvPr>
        </p:nvSpPr>
        <p:spPr>
          <a:xfrm>
            <a:off x="552450" y="1009650"/>
            <a:ext cx="5739052" cy="5220827"/>
          </a:xfrm>
        </p:spPr>
        <p:txBody>
          <a:bodyPr anchor="ctr">
            <a:normAutofit/>
          </a:bodyPr>
          <a:lstStyle/>
          <a:p>
            <a:r>
              <a:rPr lang="en-GB" sz="1700" b="1" dirty="0">
                <a:solidFill>
                  <a:srgbClr val="FFFFFF"/>
                </a:solidFill>
              </a:rPr>
              <a:t>Spatial Convergence of </a:t>
            </a:r>
            <a:r>
              <a:rPr lang="en-GB" sz="1700" b="1" dirty="0" err="1">
                <a:solidFill>
                  <a:srgbClr val="FFFFFF"/>
                </a:solidFill>
              </a:rPr>
              <a:t>Coreferent</a:t>
            </a:r>
            <a:r>
              <a:rPr lang="en-GB" sz="1700" b="1" dirty="0">
                <a:solidFill>
                  <a:srgbClr val="FFFFFF"/>
                </a:solidFill>
              </a:rPr>
              <a:t> Terms:</a:t>
            </a:r>
            <a:r>
              <a:rPr lang="en-GB" sz="1700" dirty="0">
                <a:solidFill>
                  <a:srgbClr val="FFFFFF"/>
                </a:solidFill>
              </a:rPr>
              <a:t> </a:t>
            </a:r>
            <a:r>
              <a:rPr lang="en-US" sz="1700" dirty="0">
                <a:solidFill>
                  <a:srgbClr val="FFFFFF"/>
                </a:solidFill>
              </a:rPr>
              <a:t>While analyzing WSC with </a:t>
            </a:r>
            <a:r>
              <a:rPr lang="en-US" sz="1700" dirty="0" err="1">
                <a:solidFill>
                  <a:srgbClr val="FFFFFF"/>
                </a:solidFill>
              </a:rPr>
              <a:t>InterpreT</a:t>
            </a:r>
            <a:r>
              <a:rPr lang="en-US" sz="1700" dirty="0">
                <a:solidFill>
                  <a:srgbClr val="FFFFFF"/>
                </a:solidFill>
              </a:rPr>
              <a:t>, the system’s wide-ranging capabilities gave rise to a novel observation, wherein it was discovered that a fine-tuned BERT model pushes closer together the embeddings of terms it predicts to be </a:t>
            </a:r>
            <a:r>
              <a:rPr lang="en-US" sz="1700" dirty="0" err="1">
                <a:solidFill>
                  <a:srgbClr val="FFFFFF"/>
                </a:solidFill>
              </a:rPr>
              <a:t>coreferent</a:t>
            </a:r>
            <a:r>
              <a:rPr lang="en-US" sz="1700" dirty="0">
                <a:solidFill>
                  <a:srgbClr val="FFFFFF"/>
                </a:solidFill>
              </a:rPr>
              <a:t>. Figure 4a </a:t>
            </a:r>
          </a:p>
          <a:p>
            <a:endParaRPr lang="en-US" sz="1700" b="1" dirty="0">
              <a:solidFill>
                <a:srgbClr val="FFFFFF"/>
              </a:solidFill>
            </a:endParaRPr>
          </a:p>
          <a:p>
            <a:r>
              <a:rPr lang="en-US" sz="1700" dirty="0">
                <a:solidFill>
                  <a:srgbClr val="FFFFFF"/>
                </a:solidFill>
              </a:rPr>
              <a:t>Figure 4a displays the average distance per layer between terms which BERT predicts to be </a:t>
            </a:r>
            <a:r>
              <a:rPr lang="en-US" sz="1700" dirty="0" err="1">
                <a:solidFill>
                  <a:srgbClr val="FFFFFF"/>
                </a:solidFill>
              </a:rPr>
              <a:t>coreferent</a:t>
            </a:r>
            <a:r>
              <a:rPr lang="en-US" sz="1700" dirty="0">
                <a:solidFill>
                  <a:srgbClr val="FFFFFF"/>
                </a:solidFill>
              </a:rPr>
              <a:t> (blue) and terms which BERT predicts to not be </a:t>
            </a:r>
            <a:r>
              <a:rPr lang="en-US" sz="1700" dirty="0" err="1">
                <a:solidFill>
                  <a:srgbClr val="FFFFFF"/>
                </a:solidFill>
              </a:rPr>
              <a:t>coreferent</a:t>
            </a:r>
            <a:r>
              <a:rPr lang="en-US" sz="1700" dirty="0">
                <a:solidFill>
                  <a:srgbClr val="FFFFFF"/>
                </a:solidFill>
              </a:rPr>
              <a:t> (red), aggregated over the full WSC dataset. </a:t>
            </a:r>
            <a:endParaRPr lang="en-GB" sz="1700" b="1" dirty="0">
              <a:solidFill>
                <a:srgbClr val="FFFFFF"/>
              </a:solidFill>
            </a:endParaRPr>
          </a:p>
        </p:txBody>
      </p:sp>
    </p:spTree>
    <p:extLst>
      <p:ext uri="{BB962C8B-B14F-4D97-AF65-F5344CB8AC3E}">
        <p14:creationId xmlns:p14="http://schemas.microsoft.com/office/powerpoint/2010/main" val="2402466717"/>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503EB0F-2257-4A3E-A73B-E1DE769B45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77012B2A-0D78-433A-8C68-8889D3DCD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Freeform 5">
              <a:extLst>
                <a:ext uri="{FF2B5EF4-FFF2-40B4-BE49-F238E27FC236}">
                  <a16:creationId xmlns:a16="http://schemas.microsoft.com/office/drawing/2014/main" id="{119D0202-ED3F-47CC-90E9-4E963BCDAB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13" name="Rectangle 12">
            <a:extLst>
              <a:ext uri="{FF2B5EF4-FFF2-40B4-BE49-F238E27FC236}">
                <a16:creationId xmlns:a16="http://schemas.microsoft.com/office/drawing/2014/main" id="{670D6F2B-93AF-47D6-9378-5E54BE0AC6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15" name="Rectangle 14">
            <a:extLst>
              <a:ext uri="{FF2B5EF4-FFF2-40B4-BE49-F238E27FC236}">
                <a16:creationId xmlns:a16="http://schemas.microsoft.com/office/drawing/2014/main" id="{491A5E26-1F21-459D-8C03-ADB057B090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ople in hi-tech suites">
            <a:extLst>
              <a:ext uri="{FF2B5EF4-FFF2-40B4-BE49-F238E27FC236}">
                <a16:creationId xmlns:a16="http://schemas.microsoft.com/office/drawing/2014/main" id="{E17D801F-BBA0-302A-5F70-90779F9DBED8}"/>
              </a:ext>
            </a:extLst>
          </p:cNvPr>
          <p:cNvPicPr>
            <a:picLocks noChangeAspect="1"/>
          </p:cNvPicPr>
          <p:nvPr/>
        </p:nvPicPr>
        <p:blipFill>
          <a:blip r:embed="rId3">
            <a:alphaModFix amt="40000"/>
          </a:blip>
          <a:srcRect b="1573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DCBB51ED-F04C-5D1B-0E1D-2AE0CC098E6D}"/>
              </a:ext>
            </a:extLst>
          </p:cNvPr>
          <p:cNvSpPr>
            <a:spLocks noGrp="1"/>
          </p:cNvSpPr>
          <p:nvPr>
            <p:ph type="title"/>
          </p:nvPr>
        </p:nvSpPr>
        <p:spPr>
          <a:xfrm>
            <a:off x="1154955" y="2099733"/>
            <a:ext cx="8825658" cy="2677648"/>
          </a:xfrm>
        </p:spPr>
        <p:txBody>
          <a:bodyPr vert="horz" lIns="91440" tIns="45720" rIns="91440" bIns="45720" rtlCol="0" anchor="b">
            <a:normAutofit/>
          </a:bodyPr>
          <a:lstStyle/>
          <a:p>
            <a:r>
              <a:rPr lang="en-US" sz="5400" dirty="0">
                <a:solidFill>
                  <a:schemeClr val="tx1"/>
                </a:solidFill>
              </a:rPr>
              <a:t>DODRIO: Exploring Transformer Models With Interactive Visualization</a:t>
            </a:r>
          </a:p>
        </p:txBody>
      </p:sp>
    </p:spTree>
    <p:extLst>
      <p:ext uri="{BB962C8B-B14F-4D97-AF65-F5344CB8AC3E}">
        <p14:creationId xmlns:p14="http://schemas.microsoft.com/office/powerpoint/2010/main" val="3636071012"/>
      </p:ext>
    </p:extLst>
  </p:cSld>
  <p:clrMapOvr>
    <a:overrideClrMapping bg1="dk1" tx1="lt1" bg2="dk2" tx2="lt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88DD50E-1D2D-48C6-A470-79FB7F337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 name="Rectangle 10">
            <a:extLst>
              <a:ext uri="{FF2B5EF4-FFF2-40B4-BE49-F238E27FC236}">
                <a16:creationId xmlns:a16="http://schemas.microsoft.com/office/drawing/2014/main" id="{3DB0ED7D-0741-41C8-9BCD-85B80680FB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34221353-758A-8B57-BC88-57607807A6F8}"/>
              </a:ext>
            </a:extLst>
          </p:cNvPr>
          <p:cNvPicPr>
            <a:picLocks noGrp="1" noChangeAspect="1"/>
          </p:cNvPicPr>
          <p:nvPr>
            <p:ph idx="1"/>
          </p:nvPr>
        </p:nvPicPr>
        <p:blipFill>
          <a:blip r:embed="rId2"/>
          <a:stretch>
            <a:fillRect/>
          </a:stretch>
        </p:blipFill>
        <p:spPr>
          <a:xfrm>
            <a:off x="370114" y="174172"/>
            <a:ext cx="11604172" cy="6389914"/>
          </a:xfrm>
          <a:prstGeom prst="rect">
            <a:avLst/>
          </a:prstGeom>
        </p:spPr>
      </p:pic>
    </p:spTree>
    <p:extLst>
      <p:ext uri="{BB962C8B-B14F-4D97-AF65-F5344CB8AC3E}">
        <p14:creationId xmlns:p14="http://schemas.microsoft.com/office/powerpoint/2010/main" val="36049692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C18F8-4467-B6C4-F61A-8207F16C318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016129F-B6ED-00C5-1F51-CA84F47806D5}"/>
              </a:ext>
            </a:extLst>
          </p:cNvPr>
          <p:cNvSpPr>
            <a:spLocks noGrp="1"/>
          </p:cNvSpPr>
          <p:nvPr>
            <p:ph idx="1"/>
          </p:nvPr>
        </p:nvSpPr>
        <p:spPr>
          <a:xfrm>
            <a:off x="0" y="2286000"/>
            <a:ext cx="12192000" cy="4507992"/>
          </a:xfrm>
        </p:spPr>
        <p:txBody>
          <a:bodyPr>
            <a:normAutofit/>
          </a:bodyPr>
          <a:lstStyle/>
          <a:p>
            <a:endParaRPr lang="en-GB" b="1" dirty="0"/>
          </a:p>
          <a:p>
            <a:r>
              <a:rPr lang="en-GB" b="1" dirty="0"/>
              <a:t>Attention Head Overview: </a:t>
            </a:r>
            <a:r>
              <a:rPr lang="en-US" dirty="0"/>
              <a:t>This view of a grid of attention heads guides the user to inspect semantically and syntactically important heads. </a:t>
            </a:r>
          </a:p>
          <a:p>
            <a:endParaRPr lang="en-US" b="1" dirty="0"/>
          </a:p>
          <a:p>
            <a:r>
              <a:rPr lang="en-US" dirty="0"/>
              <a:t>more red more semantic-aligned, more blue more syntactic-aligned; darker more aligned</a:t>
            </a:r>
          </a:p>
          <a:p>
            <a:endParaRPr lang="en-US" b="1" dirty="0"/>
          </a:p>
          <a:p>
            <a:r>
              <a:rPr lang="en-US" b="1" dirty="0"/>
              <a:t>Syntactic Dependencies</a:t>
            </a:r>
            <a:r>
              <a:rPr lang="en-US" dirty="0"/>
              <a:t>: Word relations in a sentence are important features to understand the lexical makeup of a sentence</a:t>
            </a:r>
          </a:p>
          <a:p>
            <a:r>
              <a:rPr lang="en-US" dirty="0"/>
              <a:t>Dependency View (Figure 1A): We visualize true dependency relations, if available, or relations tagged by the </a:t>
            </a:r>
            <a:r>
              <a:rPr lang="en-US" dirty="0" err="1"/>
              <a:t>CoreNLP</a:t>
            </a:r>
            <a:r>
              <a:rPr lang="en-US" dirty="0"/>
              <a:t> pipeline linked with the Semantic Attention Graph for users to investigate syntax-sensitive behavior at different attention heads.</a:t>
            </a:r>
            <a:endParaRPr lang="en-GB" b="1" dirty="0"/>
          </a:p>
        </p:txBody>
      </p:sp>
    </p:spTree>
    <p:extLst>
      <p:ext uri="{BB962C8B-B14F-4D97-AF65-F5344CB8AC3E}">
        <p14:creationId xmlns:p14="http://schemas.microsoft.com/office/powerpoint/2010/main" val="6150741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88DD50E-1D2D-48C6-A470-79FB7F337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 name="Rectangle 10">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13" name="Rectangle 12">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4" name="Content Placeholder 3">
            <a:extLst>
              <a:ext uri="{FF2B5EF4-FFF2-40B4-BE49-F238E27FC236}">
                <a16:creationId xmlns:a16="http://schemas.microsoft.com/office/drawing/2014/main" id="{806DC379-BF40-EBB1-6507-5FC6D19D73B8}"/>
              </a:ext>
            </a:extLst>
          </p:cNvPr>
          <p:cNvPicPr>
            <a:picLocks noGrp="1" noChangeAspect="1"/>
          </p:cNvPicPr>
          <p:nvPr>
            <p:ph idx="1"/>
          </p:nvPr>
        </p:nvPicPr>
        <p:blipFill>
          <a:blip r:embed="rId2"/>
          <a:stretch>
            <a:fillRect/>
          </a:stretch>
        </p:blipFill>
        <p:spPr>
          <a:xfrm>
            <a:off x="643466" y="801794"/>
            <a:ext cx="11000237" cy="5130920"/>
          </a:xfrm>
          <a:prstGeom prst="rect">
            <a:avLst/>
          </a:prstGeom>
        </p:spPr>
      </p:pic>
    </p:spTree>
    <p:extLst>
      <p:ext uri="{BB962C8B-B14F-4D97-AF65-F5344CB8AC3E}">
        <p14:creationId xmlns:p14="http://schemas.microsoft.com/office/powerpoint/2010/main" val="3926543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D9602-EFDC-506F-F4A5-21F03B78ECC3}"/>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0F5F2748-01ED-A4D7-03EF-F828AC843A38}"/>
              </a:ext>
            </a:extLst>
          </p:cNvPr>
          <p:cNvSpPr>
            <a:spLocks noGrp="1"/>
          </p:cNvSpPr>
          <p:nvPr>
            <p:ph idx="1"/>
          </p:nvPr>
        </p:nvSpPr>
        <p:spPr/>
        <p:txBody>
          <a:bodyPr/>
          <a:lstStyle/>
          <a:p>
            <a:r>
              <a:rPr lang="en-US" b="1" dirty="0"/>
              <a:t>Comparison View </a:t>
            </a:r>
            <a:r>
              <a:rPr lang="en-US" dirty="0"/>
              <a:t>(Figure 3). Understanding raw attention weights are best interpreted relative to the attention weights at other attention heads in the model.</a:t>
            </a:r>
          </a:p>
          <a:p>
            <a:endParaRPr lang="en-US" dirty="0"/>
          </a:p>
          <a:p>
            <a:r>
              <a:rPr lang="en-US" dirty="0"/>
              <a:t> The Comparison View enables users to examine the dependencies predicted by attention heads (Figure 3-B3)</a:t>
            </a:r>
            <a:endParaRPr lang="en-GB" dirty="0"/>
          </a:p>
        </p:txBody>
      </p:sp>
    </p:spTree>
    <p:extLst>
      <p:ext uri="{BB962C8B-B14F-4D97-AF65-F5344CB8AC3E}">
        <p14:creationId xmlns:p14="http://schemas.microsoft.com/office/powerpoint/2010/main" val="18824095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70C2B8F-6B1B-46D5-86E6-40F36C695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12" name="Freeform 5">
            <a:extLst>
              <a:ext uri="{FF2B5EF4-FFF2-40B4-BE49-F238E27FC236}">
                <a16:creationId xmlns:a16="http://schemas.microsoft.com/office/drawing/2014/main" id="{DB521824-592C-476A-AB0A-CA0C6D1F34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
        <p:nvSpPr>
          <p:cNvPr id="14" name="Freeform: Shape 13">
            <a:extLst>
              <a:ext uri="{FF2B5EF4-FFF2-40B4-BE49-F238E27FC236}">
                <a16:creationId xmlns:a16="http://schemas.microsoft.com/office/drawing/2014/main" id="{A2749EFA-8EE4-4EB8-9424-8E593B932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16" name="Freeform 5">
            <a:extLst>
              <a:ext uri="{FF2B5EF4-FFF2-40B4-BE49-F238E27FC236}">
                <a16:creationId xmlns:a16="http://schemas.microsoft.com/office/drawing/2014/main" id="{B5C860C9-D4F9-4350-80DA-0D1CD36C7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 name="Title 1">
            <a:extLst>
              <a:ext uri="{FF2B5EF4-FFF2-40B4-BE49-F238E27FC236}">
                <a16:creationId xmlns:a16="http://schemas.microsoft.com/office/drawing/2014/main" id="{49FBCCDB-F9C0-4B4E-4283-F877AE8017D5}"/>
              </a:ext>
            </a:extLst>
          </p:cNvPr>
          <p:cNvSpPr>
            <a:spLocks noGrp="1"/>
          </p:cNvSpPr>
          <p:nvPr>
            <p:ph type="title"/>
          </p:nvPr>
        </p:nvSpPr>
        <p:spPr>
          <a:xfrm>
            <a:off x="639098" y="629265"/>
            <a:ext cx="5132438" cy="1622322"/>
          </a:xfrm>
        </p:spPr>
        <p:txBody>
          <a:bodyPr>
            <a:normAutofit/>
          </a:bodyPr>
          <a:lstStyle/>
          <a:p>
            <a:endParaRPr lang="en-GB">
              <a:solidFill>
                <a:srgbClr val="EBEBEB"/>
              </a:solidFill>
            </a:endParaRPr>
          </a:p>
        </p:txBody>
      </p:sp>
      <p:pic>
        <p:nvPicPr>
          <p:cNvPr id="5" name="Picture 4">
            <a:extLst>
              <a:ext uri="{FF2B5EF4-FFF2-40B4-BE49-F238E27FC236}">
                <a16:creationId xmlns:a16="http://schemas.microsoft.com/office/drawing/2014/main" id="{729CDC90-1B2E-1937-E972-6533384F5A06}"/>
              </a:ext>
            </a:extLst>
          </p:cNvPr>
          <p:cNvPicPr>
            <a:picLocks noChangeAspect="1"/>
          </p:cNvPicPr>
          <p:nvPr/>
        </p:nvPicPr>
        <p:blipFill>
          <a:blip r:embed="rId2"/>
          <a:stretch>
            <a:fillRect/>
          </a:stretch>
        </p:blipFill>
        <p:spPr>
          <a:xfrm>
            <a:off x="6741444" y="645106"/>
            <a:ext cx="4775490" cy="5585369"/>
          </a:xfrm>
          <a:prstGeom prst="rect">
            <a:avLst/>
          </a:prstGeom>
        </p:spPr>
      </p:pic>
      <p:sp>
        <p:nvSpPr>
          <p:cNvPr id="18" name="Rectangle 17">
            <a:extLst>
              <a:ext uri="{FF2B5EF4-FFF2-40B4-BE49-F238E27FC236}">
                <a16:creationId xmlns:a16="http://schemas.microsoft.com/office/drawing/2014/main" id="{538A90C8-AE0E-4EBA-9AF8-EEDB20602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1A9D9270-A5D8-BF4C-B9E7-53DEBDE3D871}"/>
              </a:ext>
            </a:extLst>
          </p:cNvPr>
          <p:cNvSpPr>
            <a:spLocks noGrp="1"/>
          </p:cNvSpPr>
          <p:nvPr>
            <p:ph idx="1"/>
          </p:nvPr>
        </p:nvSpPr>
        <p:spPr>
          <a:xfrm>
            <a:off x="639098" y="2418735"/>
            <a:ext cx="5132439" cy="3811742"/>
          </a:xfrm>
        </p:spPr>
        <p:txBody>
          <a:bodyPr anchor="ctr">
            <a:normAutofit/>
          </a:bodyPr>
          <a:lstStyle/>
          <a:p>
            <a:r>
              <a:rPr lang="en-GB" b="1" dirty="0">
                <a:solidFill>
                  <a:srgbClr val="FFFFFF"/>
                </a:solidFill>
              </a:rPr>
              <a:t>Semantic Attention Graph: </a:t>
            </a:r>
            <a:r>
              <a:rPr lang="en-US" dirty="0">
                <a:solidFill>
                  <a:srgbClr val="FFFFFF"/>
                </a:solidFill>
              </a:rPr>
              <a:t>Users can primarily use this interactive graph view to inspect semantically significant attention heads, as defined by the Attention Head Overview. </a:t>
            </a:r>
          </a:p>
          <a:p>
            <a:endParaRPr lang="en-US" b="1" dirty="0">
              <a:solidFill>
                <a:srgbClr val="FFFFFF"/>
              </a:solidFill>
            </a:endParaRPr>
          </a:p>
          <a:p>
            <a:endParaRPr lang="en-GB" b="1" dirty="0">
              <a:solidFill>
                <a:srgbClr val="FFFFFF"/>
              </a:solidFill>
            </a:endParaRPr>
          </a:p>
        </p:txBody>
      </p:sp>
    </p:spTree>
    <p:extLst>
      <p:ext uri="{BB962C8B-B14F-4D97-AF65-F5344CB8AC3E}">
        <p14:creationId xmlns:p14="http://schemas.microsoft.com/office/powerpoint/2010/main" val="2686395309"/>
      </p:ext>
    </p:extLst>
  </p:cSld>
  <p:clrMapOvr>
    <a:overrideClrMapping bg1="dk1" tx1="lt1" bg2="dk2" tx2="lt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EDD22-13F1-14E1-4312-F48F395602AE}"/>
              </a:ext>
            </a:extLst>
          </p:cNvPr>
          <p:cNvSpPr>
            <a:spLocks noGrp="1"/>
          </p:cNvSpPr>
          <p:nvPr>
            <p:ph type="title"/>
          </p:nvPr>
        </p:nvSpPr>
        <p:spPr>
          <a:xfrm>
            <a:off x="1154954" y="973668"/>
            <a:ext cx="8761413" cy="706964"/>
          </a:xfrm>
        </p:spPr>
        <p:txBody>
          <a:bodyPr>
            <a:normAutofit/>
          </a:bodyPr>
          <a:lstStyle/>
          <a:p>
            <a:r>
              <a:rPr lang="en-GB" b="1" dirty="0"/>
              <a:t>Instance Selection View</a:t>
            </a:r>
            <a:endParaRPr lang="en-GB" dirty="0"/>
          </a:p>
        </p:txBody>
      </p:sp>
      <p:sp>
        <p:nvSpPr>
          <p:cNvPr id="3" name="Content Placeholder 2">
            <a:extLst>
              <a:ext uri="{FF2B5EF4-FFF2-40B4-BE49-F238E27FC236}">
                <a16:creationId xmlns:a16="http://schemas.microsoft.com/office/drawing/2014/main" id="{6BE37227-B033-AB29-F81E-7A7F7DA21F22}"/>
              </a:ext>
            </a:extLst>
          </p:cNvPr>
          <p:cNvSpPr>
            <a:spLocks noGrp="1"/>
          </p:cNvSpPr>
          <p:nvPr>
            <p:ph idx="1"/>
          </p:nvPr>
        </p:nvSpPr>
        <p:spPr>
          <a:xfrm>
            <a:off x="1154955" y="2603500"/>
            <a:ext cx="3481054" cy="3416300"/>
          </a:xfrm>
        </p:spPr>
        <p:txBody>
          <a:bodyPr anchor="ctr">
            <a:normAutofit/>
          </a:bodyPr>
          <a:lstStyle/>
          <a:p>
            <a:pPr marL="0" indent="0">
              <a:lnSpc>
                <a:spcPct val="90000"/>
              </a:lnSpc>
              <a:buNone/>
            </a:pPr>
            <a:endParaRPr lang="en-GB" sz="1400" b="1"/>
          </a:p>
          <a:p>
            <a:pPr>
              <a:lnSpc>
                <a:spcPct val="90000"/>
              </a:lnSpc>
            </a:pPr>
            <a:r>
              <a:rPr lang="en-US" sz="1400" b="1"/>
              <a:t>The Embedding View</a:t>
            </a:r>
            <a:r>
              <a:rPr lang="en-US" sz="1400"/>
              <a:t> (Figure S1-A) uses UMAP (McInnes et al., 2018) to project text instance’s model representation computed by concatenating the last four hidden state layers of BERT to a 2D space and visualizes it with a scatter plot.</a:t>
            </a:r>
          </a:p>
          <a:p>
            <a:pPr>
              <a:lnSpc>
                <a:spcPct val="90000"/>
              </a:lnSpc>
            </a:pPr>
            <a:endParaRPr lang="en-US" sz="1400" b="1"/>
          </a:p>
          <a:p>
            <a:pPr>
              <a:lnSpc>
                <a:spcPct val="90000"/>
              </a:lnSpc>
            </a:pPr>
            <a:r>
              <a:rPr lang="en-US" sz="1400" b="1"/>
              <a:t>The Table View</a:t>
            </a:r>
            <a:r>
              <a:rPr lang="en-US" sz="1400"/>
              <a:t> (Figure S1-B) allows for instance selection while providing the user with instance’s true and predicted labels.</a:t>
            </a:r>
            <a:endParaRPr lang="en-GB" sz="1400" b="1"/>
          </a:p>
        </p:txBody>
      </p:sp>
      <p:pic>
        <p:nvPicPr>
          <p:cNvPr id="5" name="Picture 4">
            <a:extLst>
              <a:ext uri="{FF2B5EF4-FFF2-40B4-BE49-F238E27FC236}">
                <a16:creationId xmlns:a16="http://schemas.microsoft.com/office/drawing/2014/main" id="{F38CA68F-623D-90DD-5D5F-758F4A027AB3}"/>
              </a:ext>
            </a:extLst>
          </p:cNvPr>
          <p:cNvPicPr>
            <a:picLocks noChangeAspect="1"/>
          </p:cNvPicPr>
          <p:nvPr/>
        </p:nvPicPr>
        <p:blipFill>
          <a:blip r:embed="rId2"/>
          <a:srcRect t="6007" b="4663"/>
          <a:stretch>
            <a:fillRect/>
          </a:stretch>
        </p:blipFill>
        <p:spPr>
          <a:xfrm>
            <a:off x="4984956" y="2775951"/>
            <a:ext cx="6158802" cy="3067163"/>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29731989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87E78-77FE-BDA5-3B5B-47F4BC4F0F93}"/>
              </a:ext>
            </a:extLst>
          </p:cNvPr>
          <p:cNvSpPr>
            <a:spLocks noGrp="1"/>
          </p:cNvSpPr>
          <p:nvPr>
            <p:ph type="title"/>
          </p:nvPr>
        </p:nvSpPr>
        <p:spPr>
          <a:xfrm>
            <a:off x="1154954" y="973668"/>
            <a:ext cx="8761413" cy="706964"/>
          </a:xfrm>
        </p:spPr>
        <p:txBody>
          <a:bodyPr>
            <a:normAutofit/>
          </a:bodyPr>
          <a:lstStyle/>
          <a:p>
            <a:pPr>
              <a:lnSpc>
                <a:spcPct val="90000"/>
              </a:lnSpc>
            </a:pPr>
            <a:r>
              <a:rPr lang="en-GB" sz="2000"/>
              <a:t>VL-</a:t>
            </a:r>
            <a:r>
              <a:rPr lang="en-GB" sz="2000" err="1"/>
              <a:t>InterpreT</a:t>
            </a:r>
            <a:r>
              <a:rPr lang="en-GB" sz="2000"/>
              <a:t>: An Interactive Visualization Tool for Interpreting Vision-Language Transformers</a:t>
            </a:r>
          </a:p>
        </p:txBody>
      </p:sp>
      <p:sp>
        <p:nvSpPr>
          <p:cNvPr id="3" name="Content Placeholder 2">
            <a:extLst>
              <a:ext uri="{FF2B5EF4-FFF2-40B4-BE49-F238E27FC236}">
                <a16:creationId xmlns:a16="http://schemas.microsoft.com/office/drawing/2014/main" id="{8AB9EF6A-A119-0547-3FBB-170BD48076CF}"/>
              </a:ext>
            </a:extLst>
          </p:cNvPr>
          <p:cNvSpPr>
            <a:spLocks noGrp="1"/>
          </p:cNvSpPr>
          <p:nvPr>
            <p:ph idx="1"/>
          </p:nvPr>
        </p:nvSpPr>
        <p:spPr>
          <a:xfrm>
            <a:off x="1154955" y="2603500"/>
            <a:ext cx="3481054" cy="3416300"/>
          </a:xfrm>
        </p:spPr>
        <p:txBody>
          <a:bodyPr anchor="ctr">
            <a:normAutofit/>
          </a:bodyPr>
          <a:lstStyle/>
          <a:p>
            <a:r>
              <a:rPr lang="en-US" sz="1600" dirty="0"/>
              <a:t>VL-</a:t>
            </a:r>
            <a:r>
              <a:rPr lang="en-US" sz="1600" dirty="0" err="1"/>
              <a:t>InterpreT</a:t>
            </a:r>
            <a:r>
              <a:rPr lang="en-US" sz="1600" dirty="0"/>
              <a:t>, differs from previous works in that it interprets various aspects of multimodal transformers in a single interface.</a:t>
            </a:r>
            <a:endParaRPr lang="en-GB" sz="1600" dirty="0"/>
          </a:p>
        </p:txBody>
      </p:sp>
      <p:pic>
        <p:nvPicPr>
          <p:cNvPr id="4" name="Picture 3">
            <a:extLst>
              <a:ext uri="{FF2B5EF4-FFF2-40B4-BE49-F238E27FC236}">
                <a16:creationId xmlns:a16="http://schemas.microsoft.com/office/drawing/2014/main" id="{07DABE86-8057-1382-235C-8BE0A18AA7AA}"/>
              </a:ext>
            </a:extLst>
          </p:cNvPr>
          <p:cNvPicPr>
            <a:picLocks noChangeAspect="1"/>
          </p:cNvPicPr>
          <p:nvPr/>
        </p:nvPicPr>
        <p:blipFill>
          <a:blip r:embed="rId2"/>
          <a:srcRect b="13011"/>
          <a:stretch>
            <a:fillRect/>
          </a:stretch>
        </p:blipFill>
        <p:spPr>
          <a:xfrm>
            <a:off x="4984956" y="2775951"/>
            <a:ext cx="6158802" cy="3067163"/>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145212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616407-3E4D-4469-BDAF-3837EBF9FD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4" name="Content Placeholder 3">
            <a:extLst>
              <a:ext uri="{FF2B5EF4-FFF2-40B4-BE49-F238E27FC236}">
                <a16:creationId xmlns:a16="http://schemas.microsoft.com/office/drawing/2014/main" id="{01DC314E-F19D-070D-C0FC-CA2E28CA832C}"/>
              </a:ext>
            </a:extLst>
          </p:cNvPr>
          <p:cNvPicPr>
            <a:picLocks noGrp="1" noChangeAspect="1"/>
          </p:cNvPicPr>
          <p:nvPr>
            <p:ph idx="1"/>
          </p:nvPr>
        </p:nvPicPr>
        <p:blipFill>
          <a:blip r:embed="rId2"/>
          <a:srcRect/>
          <a:stretch>
            <a:fillRect/>
          </a:stretch>
        </p:blipFill>
        <p:spPr>
          <a:xfrm>
            <a:off x="20" y="10"/>
            <a:ext cx="12191980" cy="6857990"/>
          </a:xfrm>
          <a:prstGeom prst="rect">
            <a:avLst/>
          </a:prstGeom>
        </p:spPr>
      </p:pic>
    </p:spTree>
    <p:extLst>
      <p:ext uri="{BB962C8B-B14F-4D97-AF65-F5344CB8AC3E}">
        <p14:creationId xmlns:p14="http://schemas.microsoft.com/office/powerpoint/2010/main" val="35647741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10C9632-BB6F-48EE-AB65-501878BA5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87"/>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11" name="Freeform: Shape 10">
            <a:extLst>
              <a:ext uri="{FF2B5EF4-FFF2-40B4-BE49-F238E27FC236}">
                <a16:creationId xmlns:a16="http://schemas.microsoft.com/office/drawing/2014/main" id="{4EC8AAB6-953B-4D29-9967-3C44D06BB4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13" name="Freeform 5">
            <a:extLst>
              <a:ext uri="{FF2B5EF4-FFF2-40B4-BE49-F238E27FC236}">
                <a16:creationId xmlns:a16="http://schemas.microsoft.com/office/drawing/2014/main" id="{C89ED458-2326-40DC-9C7B-1A717B655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 name="Title 1">
            <a:extLst>
              <a:ext uri="{FF2B5EF4-FFF2-40B4-BE49-F238E27FC236}">
                <a16:creationId xmlns:a16="http://schemas.microsoft.com/office/drawing/2014/main" id="{FE89431B-1239-448A-2A98-1E058F8E8F1E}"/>
              </a:ext>
            </a:extLst>
          </p:cNvPr>
          <p:cNvSpPr>
            <a:spLocks noGrp="1"/>
          </p:cNvSpPr>
          <p:nvPr>
            <p:ph type="title"/>
          </p:nvPr>
        </p:nvSpPr>
        <p:spPr>
          <a:xfrm>
            <a:off x="1154955" y="973668"/>
            <a:ext cx="2942210" cy="1020232"/>
          </a:xfrm>
        </p:spPr>
        <p:txBody>
          <a:bodyPr>
            <a:normAutofit/>
          </a:bodyPr>
          <a:lstStyle/>
          <a:p>
            <a:endParaRPr lang="en-GB">
              <a:solidFill>
                <a:schemeClr val="tx1"/>
              </a:solidFill>
            </a:endParaRPr>
          </a:p>
        </p:txBody>
      </p:sp>
      <p:pic>
        <p:nvPicPr>
          <p:cNvPr id="4" name="Picture 3">
            <a:extLst>
              <a:ext uri="{FF2B5EF4-FFF2-40B4-BE49-F238E27FC236}">
                <a16:creationId xmlns:a16="http://schemas.microsoft.com/office/drawing/2014/main" id="{FB97F660-9BE0-0688-69EB-A5765CDCB0C7}"/>
              </a:ext>
            </a:extLst>
          </p:cNvPr>
          <p:cNvPicPr>
            <a:picLocks noChangeAspect="1"/>
          </p:cNvPicPr>
          <p:nvPr/>
        </p:nvPicPr>
        <p:blipFill>
          <a:blip r:embed="rId2"/>
          <a:srcRect t="26888" r="1" b="1"/>
          <a:stretch>
            <a:fillRect/>
          </a:stretch>
        </p:blipFill>
        <p:spPr>
          <a:xfrm>
            <a:off x="5194607" y="803751"/>
            <a:ext cx="6391533" cy="5250498"/>
          </a:xfrm>
          <a:prstGeom prst="rect">
            <a:avLst/>
          </a:prstGeom>
        </p:spPr>
      </p:pic>
      <p:sp>
        <p:nvSpPr>
          <p:cNvPr id="15" name="Rectangle 14">
            <a:extLst>
              <a:ext uri="{FF2B5EF4-FFF2-40B4-BE49-F238E27FC236}">
                <a16:creationId xmlns:a16="http://schemas.microsoft.com/office/drawing/2014/main" id="{6F9D1DE6-E368-4F07-85F9-D5B767477D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Oval 16">
            <a:extLst>
              <a:ext uri="{FF2B5EF4-FFF2-40B4-BE49-F238E27FC236}">
                <a16:creationId xmlns:a16="http://schemas.microsoft.com/office/drawing/2014/main" id="{F63B1F66-4ACE-4A01-8ADF-F175A9C35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Oval 18">
            <a:extLst>
              <a:ext uri="{FF2B5EF4-FFF2-40B4-BE49-F238E27FC236}">
                <a16:creationId xmlns:a16="http://schemas.microsoft.com/office/drawing/2014/main" id="{CF8448ED-9332-4A9B-8CAB-B1985E596E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C23D3F34-7DA3-7ECE-7849-A3F085A56E97}"/>
              </a:ext>
            </a:extLst>
          </p:cNvPr>
          <p:cNvSpPr>
            <a:spLocks noGrp="1"/>
          </p:cNvSpPr>
          <p:nvPr>
            <p:ph idx="1"/>
          </p:nvPr>
        </p:nvSpPr>
        <p:spPr>
          <a:xfrm>
            <a:off x="1154955" y="2120900"/>
            <a:ext cx="3133726" cy="3898900"/>
          </a:xfrm>
        </p:spPr>
        <p:txBody>
          <a:bodyPr>
            <a:normAutofit/>
          </a:bodyPr>
          <a:lstStyle/>
          <a:p>
            <a:pPr>
              <a:lnSpc>
                <a:spcPct val="90000"/>
              </a:lnSpc>
            </a:pPr>
            <a:r>
              <a:rPr lang="en-US">
                <a:solidFill>
                  <a:schemeClr val="tx1"/>
                </a:solidFill>
              </a:rPr>
              <a:t>This data sample, shown in Figure 6, comprises an image showing a little girl running to a man and a woman in a garden</a:t>
            </a:r>
          </a:p>
          <a:p>
            <a:pPr>
              <a:lnSpc>
                <a:spcPct val="90000"/>
              </a:lnSpc>
            </a:pPr>
            <a:endParaRPr lang="en-US">
              <a:solidFill>
                <a:schemeClr val="tx1"/>
              </a:solidFill>
            </a:endParaRPr>
          </a:p>
          <a:p>
            <a:pPr>
              <a:lnSpc>
                <a:spcPct val="90000"/>
              </a:lnSpc>
            </a:pPr>
            <a:r>
              <a:rPr lang="en-US">
                <a:solidFill>
                  <a:schemeClr val="tx1"/>
                </a:solidFill>
              </a:rPr>
              <a:t>The question is: Where is [PERSON where [PERSON 0] running to? 0] corresponds to the little girl on the right side of the image</a:t>
            </a:r>
            <a:endParaRPr lang="en-GB">
              <a:solidFill>
                <a:schemeClr val="tx1"/>
              </a:solidFill>
            </a:endParaRPr>
          </a:p>
        </p:txBody>
      </p:sp>
      <p:sp>
        <p:nvSpPr>
          <p:cNvPr id="21" name="Freeform 5">
            <a:extLst>
              <a:ext uri="{FF2B5EF4-FFF2-40B4-BE49-F238E27FC236}">
                <a16:creationId xmlns:a16="http://schemas.microsoft.com/office/drawing/2014/main" id="{ED3A2261-1C75-40FF-8CD6-18C5900C1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Tree>
    <p:extLst>
      <p:ext uri="{BB962C8B-B14F-4D97-AF65-F5344CB8AC3E}">
        <p14:creationId xmlns:p14="http://schemas.microsoft.com/office/powerpoint/2010/main" val="1097460925"/>
      </p:ext>
    </p:extLst>
  </p:cSld>
  <p:clrMapOvr>
    <a:overrideClrMapping bg1="dk1" tx1="lt1" bg2="dk2" tx2="lt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0C2B8F-6B1B-46D5-86E6-40F36C695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11" name="Freeform 5">
            <a:extLst>
              <a:ext uri="{FF2B5EF4-FFF2-40B4-BE49-F238E27FC236}">
                <a16:creationId xmlns:a16="http://schemas.microsoft.com/office/drawing/2014/main" id="{DB521824-592C-476A-AB0A-CA0C6D1F34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
        <p:nvSpPr>
          <p:cNvPr id="13" name="Freeform: Shape 12">
            <a:extLst>
              <a:ext uri="{FF2B5EF4-FFF2-40B4-BE49-F238E27FC236}">
                <a16:creationId xmlns:a16="http://schemas.microsoft.com/office/drawing/2014/main" id="{A2749EFA-8EE4-4EB8-9424-8E593B932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15" name="Freeform 5">
            <a:extLst>
              <a:ext uri="{FF2B5EF4-FFF2-40B4-BE49-F238E27FC236}">
                <a16:creationId xmlns:a16="http://schemas.microsoft.com/office/drawing/2014/main" id="{B5C860C9-D4F9-4350-80DA-0D1CD36C7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 name="Title 1">
            <a:extLst>
              <a:ext uri="{FF2B5EF4-FFF2-40B4-BE49-F238E27FC236}">
                <a16:creationId xmlns:a16="http://schemas.microsoft.com/office/drawing/2014/main" id="{24F3BCAE-3738-8D1D-B354-B5CC816CA005}"/>
              </a:ext>
            </a:extLst>
          </p:cNvPr>
          <p:cNvSpPr>
            <a:spLocks noGrp="1"/>
          </p:cNvSpPr>
          <p:nvPr>
            <p:ph type="title"/>
          </p:nvPr>
        </p:nvSpPr>
        <p:spPr>
          <a:xfrm>
            <a:off x="639098" y="629265"/>
            <a:ext cx="5132438" cy="1622322"/>
          </a:xfrm>
        </p:spPr>
        <p:txBody>
          <a:bodyPr>
            <a:normAutofit/>
          </a:bodyPr>
          <a:lstStyle/>
          <a:p>
            <a:endParaRPr lang="en-GB">
              <a:solidFill>
                <a:srgbClr val="EBEBEB"/>
              </a:solidFill>
            </a:endParaRPr>
          </a:p>
        </p:txBody>
      </p:sp>
      <p:pic>
        <p:nvPicPr>
          <p:cNvPr id="4" name="Picture 3">
            <a:extLst>
              <a:ext uri="{FF2B5EF4-FFF2-40B4-BE49-F238E27FC236}">
                <a16:creationId xmlns:a16="http://schemas.microsoft.com/office/drawing/2014/main" id="{D3FCF28F-FC28-F5B2-2D6C-3BF8C7D9044B}"/>
              </a:ext>
            </a:extLst>
          </p:cNvPr>
          <p:cNvPicPr>
            <a:picLocks noChangeAspect="1"/>
          </p:cNvPicPr>
          <p:nvPr/>
        </p:nvPicPr>
        <p:blipFill>
          <a:blip r:embed="rId2"/>
          <a:stretch>
            <a:fillRect/>
          </a:stretch>
        </p:blipFill>
        <p:spPr>
          <a:xfrm>
            <a:off x="7013731" y="645106"/>
            <a:ext cx="4230916" cy="5585369"/>
          </a:xfrm>
          <a:prstGeom prst="rect">
            <a:avLst/>
          </a:prstGeom>
        </p:spPr>
      </p:pic>
      <p:sp>
        <p:nvSpPr>
          <p:cNvPr id="17" name="Rectangle 16">
            <a:extLst>
              <a:ext uri="{FF2B5EF4-FFF2-40B4-BE49-F238E27FC236}">
                <a16:creationId xmlns:a16="http://schemas.microsoft.com/office/drawing/2014/main" id="{538A90C8-AE0E-4EBA-9AF8-EEDB20602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9E167BAB-6A53-BA9A-FB27-5565F7BEC645}"/>
              </a:ext>
            </a:extLst>
          </p:cNvPr>
          <p:cNvSpPr>
            <a:spLocks noGrp="1"/>
          </p:cNvSpPr>
          <p:nvPr>
            <p:ph idx="1"/>
          </p:nvPr>
        </p:nvSpPr>
        <p:spPr>
          <a:xfrm>
            <a:off x="639098" y="2418735"/>
            <a:ext cx="5132439" cy="3811742"/>
          </a:xfrm>
        </p:spPr>
        <p:txBody>
          <a:bodyPr anchor="ctr">
            <a:normAutofit/>
          </a:bodyPr>
          <a:lstStyle/>
          <a:p>
            <a:r>
              <a:rPr lang="en-US">
                <a:solidFill>
                  <a:srgbClr val="FFFFFF"/>
                </a:solidFill>
              </a:rPr>
              <a:t>Figure 8 demonstrates the capabilities of the VL-InterpreT for visualizing hidden states. When selecting the text token plants (marked in orange) from the previous example val445 (ex 89)</a:t>
            </a:r>
            <a:endParaRPr lang="en-GB">
              <a:solidFill>
                <a:srgbClr val="FFFFFF"/>
              </a:solidFill>
            </a:endParaRPr>
          </a:p>
        </p:txBody>
      </p:sp>
    </p:spTree>
    <p:extLst>
      <p:ext uri="{BB962C8B-B14F-4D97-AF65-F5344CB8AC3E}">
        <p14:creationId xmlns:p14="http://schemas.microsoft.com/office/powerpoint/2010/main" val="1402640997"/>
      </p:ext>
    </p:extLst>
  </p:cSld>
  <p:clrMapOvr>
    <a:overrideClrMapping bg1="dk1" tx1="lt1" bg2="dk2" tx2="lt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503EB0F-2257-4A3E-A73B-E1DE769B45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77012B2A-0D78-433A-8C68-8889D3DCD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Freeform 5">
              <a:extLst>
                <a:ext uri="{FF2B5EF4-FFF2-40B4-BE49-F238E27FC236}">
                  <a16:creationId xmlns:a16="http://schemas.microsoft.com/office/drawing/2014/main" id="{119D0202-ED3F-47CC-90E9-4E963BCDAB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13" name="Rectangle 12">
            <a:extLst>
              <a:ext uri="{FF2B5EF4-FFF2-40B4-BE49-F238E27FC236}">
                <a16:creationId xmlns:a16="http://schemas.microsoft.com/office/drawing/2014/main" id="{670D6F2B-93AF-47D6-9378-5E54BE0AC6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15" name="Rectangle 14">
            <a:extLst>
              <a:ext uri="{FF2B5EF4-FFF2-40B4-BE49-F238E27FC236}">
                <a16:creationId xmlns:a16="http://schemas.microsoft.com/office/drawing/2014/main" id="{491A5E26-1F21-459D-8C03-ADB057B090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438C51C-C5F3-EFC6-E21B-7494E0727EB7}"/>
              </a:ext>
            </a:extLst>
          </p:cNvPr>
          <p:cNvPicPr>
            <a:picLocks noChangeAspect="1"/>
          </p:cNvPicPr>
          <p:nvPr/>
        </p:nvPicPr>
        <p:blipFill>
          <a:blip r:embed="rId3">
            <a:alphaModFix amt="40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6B4FED67-6EE7-F11B-1651-9BDC709E763F}"/>
              </a:ext>
            </a:extLst>
          </p:cNvPr>
          <p:cNvSpPr>
            <a:spLocks noGrp="1"/>
          </p:cNvSpPr>
          <p:nvPr>
            <p:ph type="title"/>
          </p:nvPr>
        </p:nvSpPr>
        <p:spPr>
          <a:xfrm>
            <a:off x="1154955" y="2099733"/>
            <a:ext cx="8825658" cy="2677648"/>
          </a:xfrm>
        </p:spPr>
        <p:txBody>
          <a:bodyPr vert="horz" lIns="91440" tIns="45720" rIns="91440" bIns="45720" rtlCol="0" anchor="b">
            <a:normAutofit/>
          </a:bodyPr>
          <a:lstStyle/>
          <a:p>
            <a:r>
              <a:rPr lang="en-US" sz="5000">
                <a:solidFill>
                  <a:schemeClr val="tx1"/>
                </a:solidFill>
              </a:rPr>
              <a:t>Transformer Explainer: Interactive Visual Learning of LLM Transformers</a:t>
            </a:r>
          </a:p>
        </p:txBody>
      </p:sp>
    </p:spTree>
    <p:extLst>
      <p:ext uri="{BB962C8B-B14F-4D97-AF65-F5344CB8AC3E}">
        <p14:creationId xmlns:p14="http://schemas.microsoft.com/office/powerpoint/2010/main" val="4038696276"/>
      </p:ext>
    </p:extLst>
  </p:cSld>
  <p:clrMapOvr>
    <a:overrideClrMapping bg1="dk1" tx1="lt1" bg2="dk2" tx2="lt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F8C89-0009-EBD5-877B-260AEDBE9606}"/>
              </a:ext>
            </a:extLst>
          </p:cNvPr>
          <p:cNvSpPr>
            <a:spLocks noGrp="1"/>
          </p:cNvSpPr>
          <p:nvPr>
            <p:ph type="title"/>
          </p:nvPr>
        </p:nvSpPr>
        <p:spPr>
          <a:xfrm>
            <a:off x="1154954" y="973668"/>
            <a:ext cx="8761413" cy="706964"/>
          </a:xfrm>
        </p:spPr>
        <p:txBody>
          <a:bodyPr>
            <a:normAutofit/>
          </a:bodyPr>
          <a:lstStyle/>
          <a:p>
            <a:endParaRPr lang="en-GB">
              <a:solidFill>
                <a:srgbClr val="EBEBEB"/>
              </a:solidFill>
            </a:endParaRPr>
          </a:p>
        </p:txBody>
      </p:sp>
      <p:sp>
        <p:nvSpPr>
          <p:cNvPr id="3" name="Content Placeholder 2">
            <a:extLst>
              <a:ext uri="{FF2B5EF4-FFF2-40B4-BE49-F238E27FC236}">
                <a16:creationId xmlns:a16="http://schemas.microsoft.com/office/drawing/2014/main" id="{3418D567-63F0-DED4-88C9-B8CE725F3DEA}"/>
              </a:ext>
            </a:extLst>
          </p:cNvPr>
          <p:cNvSpPr>
            <a:spLocks noGrp="1"/>
          </p:cNvSpPr>
          <p:nvPr>
            <p:ph idx="1"/>
          </p:nvPr>
        </p:nvSpPr>
        <p:spPr>
          <a:xfrm>
            <a:off x="1154955" y="2603500"/>
            <a:ext cx="3481054" cy="3416300"/>
          </a:xfrm>
        </p:spPr>
        <p:txBody>
          <a:bodyPr anchor="ctr">
            <a:normAutofit/>
          </a:bodyPr>
          <a:lstStyle/>
          <a:p>
            <a:r>
              <a:rPr lang="en-US" sz="1600"/>
              <a:t>an open-source web-based interactive visualization tool designed for non-experts to learn about both the high-level model structure and low-level mathematical operations of Transformers.</a:t>
            </a:r>
            <a:endParaRPr lang="en-GB" sz="1600"/>
          </a:p>
        </p:txBody>
      </p:sp>
      <p:pic>
        <p:nvPicPr>
          <p:cNvPr id="4" name="Picture 3">
            <a:extLst>
              <a:ext uri="{FF2B5EF4-FFF2-40B4-BE49-F238E27FC236}">
                <a16:creationId xmlns:a16="http://schemas.microsoft.com/office/drawing/2014/main" id="{9C94C7E8-D1AF-5B2B-1D18-61442BCEED8D}"/>
              </a:ext>
            </a:extLst>
          </p:cNvPr>
          <p:cNvPicPr>
            <a:picLocks noChangeAspect="1"/>
          </p:cNvPicPr>
          <p:nvPr/>
        </p:nvPicPr>
        <p:blipFill>
          <a:blip r:embed="rId2"/>
          <a:stretch>
            <a:fillRect/>
          </a:stretch>
        </p:blipFill>
        <p:spPr>
          <a:xfrm>
            <a:off x="4984956" y="3170155"/>
            <a:ext cx="6158802" cy="227875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9897721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1D22E-12B6-2BFC-C186-85B5A78BCC54}"/>
              </a:ext>
            </a:extLst>
          </p:cNvPr>
          <p:cNvSpPr>
            <a:spLocks noGrp="1"/>
          </p:cNvSpPr>
          <p:nvPr>
            <p:ph type="title"/>
          </p:nvPr>
        </p:nvSpPr>
        <p:spPr/>
        <p:txBody>
          <a:bodyPr/>
          <a:lstStyle/>
          <a:p>
            <a:r>
              <a:rPr lang="en-GB" dirty="0"/>
              <a:t>Design Challenges &amp; Goals</a:t>
            </a:r>
          </a:p>
        </p:txBody>
      </p:sp>
      <p:sp>
        <p:nvSpPr>
          <p:cNvPr id="3" name="Content Placeholder 2">
            <a:extLst>
              <a:ext uri="{FF2B5EF4-FFF2-40B4-BE49-F238E27FC236}">
                <a16:creationId xmlns:a16="http://schemas.microsoft.com/office/drawing/2014/main" id="{48499D04-9CE9-386B-E044-3252315FD9AF}"/>
              </a:ext>
            </a:extLst>
          </p:cNvPr>
          <p:cNvSpPr>
            <a:spLocks noGrp="1"/>
          </p:cNvSpPr>
          <p:nvPr>
            <p:ph idx="1"/>
          </p:nvPr>
        </p:nvSpPr>
        <p:spPr>
          <a:xfrm>
            <a:off x="612648" y="2560320"/>
            <a:ext cx="10936224" cy="3459480"/>
          </a:xfrm>
        </p:spPr>
        <p:txBody>
          <a:bodyPr/>
          <a:lstStyle/>
          <a:p>
            <a:r>
              <a:rPr lang="en-GB" dirty="0"/>
              <a:t>Unified View preserving Data Flow among components: Transformer architecture is too dense making it difficult for non-experts to understand. </a:t>
            </a:r>
            <a:r>
              <a:rPr lang="en-US" dirty="0"/>
              <a:t>We would like to design an overview with a flow-focused representation.</a:t>
            </a:r>
          </a:p>
          <a:p>
            <a:pPr marL="0" indent="0">
              <a:buNone/>
            </a:pPr>
            <a:endParaRPr lang="en-US" dirty="0"/>
          </a:p>
          <a:p>
            <a:endParaRPr lang="en-US" dirty="0"/>
          </a:p>
          <a:p>
            <a:r>
              <a:rPr lang="en-US" dirty="0"/>
              <a:t>Step-by-Step Visual Explanations of the mathematics behind the transformers: Transformers lack cognitive motivation and rely on high-dimensional numerical operations that are not understandable on their own. To address this challenge, we would like to adopt incremental, step-by-step visual explanations </a:t>
            </a:r>
            <a:endParaRPr lang="en-GB" dirty="0"/>
          </a:p>
          <a:p>
            <a:endParaRPr lang="en-GB" dirty="0"/>
          </a:p>
          <a:p>
            <a:endParaRPr lang="en-GB" dirty="0"/>
          </a:p>
        </p:txBody>
      </p:sp>
    </p:spTree>
    <p:extLst>
      <p:ext uri="{BB962C8B-B14F-4D97-AF65-F5344CB8AC3E}">
        <p14:creationId xmlns:p14="http://schemas.microsoft.com/office/powerpoint/2010/main" val="31932661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BA93B-15CD-ACCE-A5E2-77616C6982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5B34D2-2FCA-A764-CD52-A254B3898892}"/>
              </a:ext>
            </a:extLst>
          </p:cNvPr>
          <p:cNvSpPr>
            <a:spLocks noGrp="1"/>
          </p:cNvSpPr>
          <p:nvPr>
            <p:ph type="title"/>
          </p:nvPr>
        </p:nvSpPr>
        <p:spPr/>
        <p:txBody>
          <a:bodyPr/>
          <a:lstStyle/>
          <a:p>
            <a:r>
              <a:rPr lang="en-GB" dirty="0"/>
              <a:t>Design Challenges &amp; Goals</a:t>
            </a:r>
          </a:p>
        </p:txBody>
      </p:sp>
      <p:sp>
        <p:nvSpPr>
          <p:cNvPr id="3" name="Content Placeholder 2">
            <a:extLst>
              <a:ext uri="{FF2B5EF4-FFF2-40B4-BE49-F238E27FC236}">
                <a16:creationId xmlns:a16="http://schemas.microsoft.com/office/drawing/2014/main" id="{0BA82255-4B83-6224-988A-0B253B58D634}"/>
              </a:ext>
            </a:extLst>
          </p:cNvPr>
          <p:cNvSpPr>
            <a:spLocks noGrp="1"/>
          </p:cNvSpPr>
          <p:nvPr>
            <p:ph idx="1"/>
          </p:nvPr>
        </p:nvSpPr>
        <p:spPr>
          <a:xfrm>
            <a:off x="612648" y="2560320"/>
            <a:ext cx="10936224" cy="3459480"/>
          </a:xfrm>
        </p:spPr>
        <p:txBody>
          <a:bodyPr/>
          <a:lstStyle/>
          <a:p>
            <a:r>
              <a:rPr lang="en-GB" dirty="0"/>
              <a:t>Real-Time Experimentation Through Direct Manipulation of Sampling Hyperparameters: </a:t>
            </a:r>
            <a:r>
              <a:rPr lang="en-US" dirty="0"/>
              <a:t>we would like to design an interactive interface that allows users to directly adjust the temperature hyperparameter in real time and immediately observe its impact on next token selection.</a:t>
            </a:r>
          </a:p>
          <a:p>
            <a:pPr marL="0" indent="0">
              <a:buNone/>
            </a:pPr>
            <a:endParaRPr lang="en-US" dirty="0"/>
          </a:p>
          <a:p>
            <a:endParaRPr lang="en-US" dirty="0"/>
          </a:p>
          <a:p>
            <a:r>
              <a:rPr lang="en-GB" dirty="0"/>
              <a:t>Web-Based Tool Powered by Live Model: </a:t>
            </a:r>
            <a:r>
              <a:rPr lang="en-US" dirty="0"/>
              <a:t>web-based tool that runs a live, fully functional Transformer model directly in the browser, enabling users to engage with the model directly without installations or specialized hardware.</a:t>
            </a:r>
            <a:endParaRPr lang="en-GB" dirty="0"/>
          </a:p>
          <a:p>
            <a:endParaRPr lang="en-GB" dirty="0"/>
          </a:p>
        </p:txBody>
      </p:sp>
    </p:spTree>
    <p:extLst>
      <p:ext uri="{BB962C8B-B14F-4D97-AF65-F5344CB8AC3E}">
        <p14:creationId xmlns:p14="http://schemas.microsoft.com/office/powerpoint/2010/main" val="21917128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ED2E2BB-3846-41EB-9F1E-92C33C4A8F4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C73D5773-5AC9-444A-A47A-EB6656ACD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2" name="Freeform 5">
              <a:extLst>
                <a:ext uri="{FF2B5EF4-FFF2-40B4-BE49-F238E27FC236}">
                  <a16:creationId xmlns:a16="http://schemas.microsoft.com/office/drawing/2014/main" id="{81EB4475-C020-4325-AF59-31FCBFB7C5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14" name="Rectangle 13">
            <a:extLst>
              <a:ext uri="{FF2B5EF4-FFF2-40B4-BE49-F238E27FC236}">
                <a16:creationId xmlns:a16="http://schemas.microsoft.com/office/drawing/2014/main" id="{F7689D68-C339-4D5B-9DAA-E13F6BD4D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DC961908-17B7-48A2-9679-AA282D53DC4A}"/>
              </a:ext>
            </a:extLst>
          </p:cNvPr>
          <p:cNvSpPr>
            <a:spLocks noGrp="1"/>
          </p:cNvSpPr>
          <p:nvPr>
            <p:ph type="title"/>
          </p:nvPr>
        </p:nvSpPr>
        <p:spPr>
          <a:xfrm>
            <a:off x="649975" y="4517136"/>
            <a:ext cx="9453911" cy="1174947"/>
          </a:xfrm>
        </p:spPr>
        <p:txBody>
          <a:bodyPr vert="horz" lIns="91440" tIns="45720" rIns="91440" bIns="45720" rtlCol="0" anchor="b">
            <a:normAutofit/>
          </a:bodyPr>
          <a:lstStyle/>
          <a:p>
            <a:pPr>
              <a:lnSpc>
                <a:spcPct val="90000"/>
              </a:lnSpc>
            </a:pPr>
            <a:r>
              <a:rPr lang="en-US" sz="3800" b="0" i="0" kern="1200">
                <a:solidFill>
                  <a:schemeClr val="bg2"/>
                </a:solidFill>
                <a:latin typeface="+mj-lt"/>
                <a:ea typeface="+mj-ea"/>
                <a:cs typeface="+mj-cs"/>
              </a:rPr>
              <a:t>Visualization Interface of Transformer Explainer</a:t>
            </a:r>
          </a:p>
        </p:txBody>
      </p:sp>
      <p:pic>
        <p:nvPicPr>
          <p:cNvPr id="5" name="Picture 4">
            <a:extLst>
              <a:ext uri="{FF2B5EF4-FFF2-40B4-BE49-F238E27FC236}">
                <a16:creationId xmlns:a16="http://schemas.microsoft.com/office/drawing/2014/main" id="{610317F5-1CB0-EE45-EBB6-8F2EB33F197D}"/>
              </a:ext>
            </a:extLst>
          </p:cNvPr>
          <p:cNvPicPr>
            <a:picLocks noChangeAspect="1"/>
          </p:cNvPicPr>
          <p:nvPr/>
        </p:nvPicPr>
        <p:blipFill>
          <a:blip r:embed="rId3"/>
          <a:stretch>
            <a:fillRect/>
          </a:stretch>
        </p:blipFill>
        <p:spPr>
          <a:xfrm>
            <a:off x="1436116" y="730726"/>
            <a:ext cx="3200115" cy="3506977"/>
          </a:xfrm>
          <a:prstGeom prst="roundRect">
            <a:avLst>
              <a:gd name="adj" fmla="val 1858"/>
            </a:avLst>
          </a:prstGeom>
          <a:effectLst/>
        </p:spPr>
      </p:pic>
      <p:pic>
        <p:nvPicPr>
          <p:cNvPr id="4" name="Content Placeholder 3">
            <a:extLst>
              <a:ext uri="{FF2B5EF4-FFF2-40B4-BE49-F238E27FC236}">
                <a16:creationId xmlns:a16="http://schemas.microsoft.com/office/drawing/2014/main" id="{DBADBF60-72E9-5991-DE2F-023C61146D42}"/>
              </a:ext>
            </a:extLst>
          </p:cNvPr>
          <p:cNvPicPr>
            <a:picLocks noGrp="1" noChangeAspect="1"/>
          </p:cNvPicPr>
          <p:nvPr>
            <p:ph idx="1"/>
          </p:nvPr>
        </p:nvPicPr>
        <p:blipFill>
          <a:blip r:embed="rId4"/>
          <a:stretch>
            <a:fillRect/>
          </a:stretch>
        </p:blipFill>
        <p:spPr>
          <a:xfrm>
            <a:off x="5501228" y="1366426"/>
            <a:ext cx="4602658" cy="2235576"/>
          </a:xfrm>
          <a:prstGeom prst="roundRect">
            <a:avLst>
              <a:gd name="adj" fmla="val 1858"/>
            </a:avLst>
          </a:prstGeom>
          <a:effectLst/>
        </p:spPr>
      </p:pic>
    </p:spTree>
    <p:extLst>
      <p:ext uri="{BB962C8B-B14F-4D97-AF65-F5344CB8AC3E}">
        <p14:creationId xmlns:p14="http://schemas.microsoft.com/office/powerpoint/2010/main" val="41346379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0BDC8C-FD72-C802-857C-04CCE9898F64}"/>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EED2E2BB-3846-41EB-9F1E-92C33C4A8F4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0" name="Rectangle 19">
              <a:extLst>
                <a:ext uri="{FF2B5EF4-FFF2-40B4-BE49-F238E27FC236}">
                  <a16:creationId xmlns:a16="http://schemas.microsoft.com/office/drawing/2014/main" id="{C73D5773-5AC9-444A-A47A-EB6656ACD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1" name="Freeform 5">
              <a:extLst>
                <a:ext uri="{FF2B5EF4-FFF2-40B4-BE49-F238E27FC236}">
                  <a16:creationId xmlns:a16="http://schemas.microsoft.com/office/drawing/2014/main" id="{81EB4475-C020-4325-AF59-31FCBFB7C5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3" name="Rectangle 22">
            <a:extLst>
              <a:ext uri="{FF2B5EF4-FFF2-40B4-BE49-F238E27FC236}">
                <a16:creationId xmlns:a16="http://schemas.microsoft.com/office/drawing/2014/main" id="{F7689D68-C339-4D5B-9DAA-E13F6BD4D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17DF249D-F5A4-70A8-E8D5-39F650C8E8F8}"/>
              </a:ext>
            </a:extLst>
          </p:cNvPr>
          <p:cNvSpPr>
            <a:spLocks noGrp="1"/>
          </p:cNvSpPr>
          <p:nvPr>
            <p:ph type="title"/>
          </p:nvPr>
        </p:nvSpPr>
        <p:spPr>
          <a:xfrm>
            <a:off x="649975" y="4517136"/>
            <a:ext cx="9453911" cy="1174947"/>
          </a:xfrm>
        </p:spPr>
        <p:txBody>
          <a:bodyPr vert="horz" lIns="91440" tIns="45720" rIns="91440" bIns="45720" rtlCol="0" anchor="b">
            <a:normAutofit/>
          </a:bodyPr>
          <a:lstStyle/>
          <a:p>
            <a:pPr>
              <a:lnSpc>
                <a:spcPct val="90000"/>
              </a:lnSpc>
            </a:pPr>
            <a:r>
              <a:rPr lang="en-US" sz="3800" b="0" i="0" kern="1200">
                <a:solidFill>
                  <a:schemeClr val="bg2"/>
                </a:solidFill>
                <a:latin typeface="+mj-lt"/>
                <a:ea typeface="+mj-ea"/>
                <a:cs typeface="+mj-cs"/>
              </a:rPr>
              <a:t>Visualization Interface of Transformer Explainer</a:t>
            </a:r>
          </a:p>
        </p:txBody>
      </p:sp>
      <p:pic>
        <p:nvPicPr>
          <p:cNvPr id="8" name="Content Placeholder 7">
            <a:extLst>
              <a:ext uri="{FF2B5EF4-FFF2-40B4-BE49-F238E27FC236}">
                <a16:creationId xmlns:a16="http://schemas.microsoft.com/office/drawing/2014/main" id="{2DD4CF95-B975-7B96-5364-1B75D1021DC7}"/>
              </a:ext>
            </a:extLst>
          </p:cNvPr>
          <p:cNvPicPr>
            <a:picLocks noGrp="1" noChangeAspect="1"/>
          </p:cNvPicPr>
          <p:nvPr>
            <p:ph idx="1"/>
          </p:nvPr>
        </p:nvPicPr>
        <p:blipFill>
          <a:blip r:embed="rId3"/>
          <a:stretch>
            <a:fillRect/>
          </a:stretch>
        </p:blipFill>
        <p:spPr>
          <a:xfrm>
            <a:off x="1344057" y="730726"/>
            <a:ext cx="3384232" cy="3506977"/>
          </a:xfrm>
          <a:prstGeom prst="roundRect">
            <a:avLst>
              <a:gd name="adj" fmla="val 1858"/>
            </a:avLst>
          </a:prstGeom>
          <a:effectLst/>
        </p:spPr>
      </p:pic>
      <p:pic>
        <p:nvPicPr>
          <p:cNvPr id="7" name="Picture 6">
            <a:extLst>
              <a:ext uri="{FF2B5EF4-FFF2-40B4-BE49-F238E27FC236}">
                <a16:creationId xmlns:a16="http://schemas.microsoft.com/office/drawing/2014/main" id="{91877C57-8E01-32D1-37AE-0019A70787C7}"/>
              </a:ext>
            </a:extLst>
          </p:cNvPr>
          <p:cNvPicPr>
            <a:picLocks noChangeAspect="1"/>
          </p:cNvPicPr>
          <p:nvPr/>
        </p:nvPicPr>
        <p:blipFill>
          <a:blip r:embed="rId4"/>
          <a:stretch>
            <a:fillRect/>
          </a:stretch>
        </p:blipFill>
        <p:spPr>
          <a:xfrm>
            <a:off x="5501228" y="1575189"/>
            <a:ext cx="4602658" cy="1818050"/>
          </a:xfrm>
          <a:prstGeom prst="roundRect">
            <a:avLst>
              <a:gd name="adj" fmla="val 1858"/>
            </a:avLst>
          </a:prstGeom>
          <a:effectLst/>
        </p:spPr>
      </p:pic>
    </p:spTree>
    <p:extLst>
      <p:ext uri="{BB962C8B-B14F-4D97-AF65-F5344CB8AC3E}">
        <p14:creationId xmlns:p14="http://schemas.microsoft.com/office/powerpoint/2010/main" val="17882411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13" name="Rectangle 12">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5">
            <a:extLst>
              <a:ext uri="{FF2B5EF4-FFF2-40B4-BE49-F238E27FC236}">
                <a16:creationId xmlns:a16="http://schemas.microsoft.com/office/drawing/2014/main" id="{31D248D0-90D8-4EAF-84EE-DA38685188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 name="Title 1">
            <a:extLst>
              <a:ext uri="{FF2B5EF4-FFF2-40B4-BE49-F238E27FC236}">
                <a16:creationId xmlns:a16="http://schemas.microsoft.com/office/drawing/2014/main" id="{54900AFB-5AED-BCA6-A8EE-AD435F2C39A6}"/>
              </a:ext>
            </a:extLst>
          </p:cNvPr>
          <p:cNvSpPr>
            <a:spLocks noGrp="1"/>
          </p:cNvSpPr>
          <p:nvPr>
            <p:ph type="title"/>
          </p:nvPr>
        </p:nvSpPr>
        <p:spPr>
          <a:xfrm>
            <a:off x="649976" y="3739568"/>
            <a:ext cx="10893094" cy="1915940"/>
          </a:xfrm>
        </p:spPr>
        <p:txBody>
          <a:bodyPr vert="horz" lIns="91440" tIns="45720" rIns="91440" bIns="45720" rtlCol="0" anchor="b">
            <a:normAutofit/>
          </a:bodyPr>
          <a:lstStyle/>
          <a:p>
            <a:pPr algn="ctr">
              <a:lnSpc>
                <a:spcPct val="90000"/>
              </a:lnSpc>
            </a:pPr>
            <a:r>
              <a:rPr lang="en-US" sz="4600" b="0" i="0" kern="1200">
                <a:solidFill>
                  <a:srgbClr val="EBEBEB"/>
                </a:solidFill>
                <a:latin typeface="+mj-lt"/>
                <a:ea typeface="+mj-ea"/>
                <a:cs typeface="+mj-cs"/>
              </a:rPr>
              <a:t>Adjustable Sampling Hyperparameter Influencing Next-Token Prediction</a:t>
            </a:r>
          </a:p>
        </p:txBody>
      </p:sp>
      <p:pic>
        <p:nvPicPr>
          <p:cNvPr id="4" name="Content Placeholder 3">
            <a:extLst>
              <a:ext uri="{FF2B5EF4-FFF2-40B4-BE49-F238E27FC236}">
                <a16:creationId xmlns:a16="http://schemas.microsoft.com/office/drawing/2014/main" id="{190A5A55-5A13-DF04-45BD-51DFD003D31F}"/>
              </a:ext>
            </a:extLst>
          </p:cNvPr>
          <p:cNvPicPr>
            <a:picLocks noGrp="1" noChangeAspect="1"/>
          </p:cNvPicPr>
          <p:nvPr>
            <p:ph idx="1"/>
          </p:nvPr>
        </p:nvPicPr>
        <p:blipFill>
          <a:blip r:embed="rId3"/>
          <a:stretch>
            <a:fillRect/>
          </a:stretch>
        </p:blipFill>
        <p:spPr>
          <a:xfrm>
            <a:off x="2666515" y="934065"/>
            <a:ext cx="6849138" cy="2517058"/>
          </a:xfrm>
          <a:prstGeom prst="roundRect">
            <a:avLst>
              <a:gd name="adj" fmla="val 1858"/>
            </a:avLst>
          </a:prstGeom>
          <a:effectLst>
            <a:outerShdw blurRad="50800" dist="50800" dir="5400000" algn="tl" rotWithShape="0">
              <a:srgbClr val="000000">
                <a:alpha val="43000"/>
              </a:srgbClr>
            </a:outerShdw>
          </a:effectLst>
        </p:spPr>
      </p:pic>
      <p:sp>
        <p:nvSpPr>
          <p:cNvPr id="17" name="Rectangle 16">
            <a:extLst>
              <a:ext uri="{FF2B5EF4-FFF2-40B4-BE49-F238E27FC236}">
                <a16:creationId xmlns:a16="http://schemas.microsoft.com/office/drawing/2014/main" id="{0775805F-9E56-4330-9EA3-04D38DCEC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1228942095"/>
      </p:ext>
    </p:extLst>
  </p:cSld>
  <p:clrMapOvr>
    <a:overrideClrMapping bg1="dk1" tx1="lt1" bg2="dk2" tx2="lt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11" name="Freeform: Shape 10">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13"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 name="Title 1">
            <a:extLst>
              <a:ext uri="{FF2B5EF4-FFF2-40B4-BE49-F238E27FC236}">
                <a16:creationId xmlns:a16="http://schemas.microsoft.com/office/drawing/2014/main" id="{DD5C0858-3869-B3AC-793B-BCC99D8A7FCB}"/>
              </a:ext>
            </a:extLst>
          </p:cNvPr>
          <p:cNvSpPr>
            <a:spLocks noGrp="1"/>
          </p:cNvSpPr>
          <p:nvPr>
            <p:ph type="title"/>
          </p:nvPr>
        </p:nvSpPr>
        <p:spPr>
          <a:xfrm>
            <a:off x="1154955" y="973668"/>
            <a:ext cx="2942210" cy="1020232"/>
          </a:xfrm>
        </p:spPr>
        <p:txBody>
          <a:bodyPr>
            <a:normAutofit/>
          </a:bodyPr>
          <a:lstStyle/>
          <a:p>
            <a:r>
              <a:rPr lang="en-GB">
                <a:solidFill>
                  <a:srgbClr val="EBEBEB"/>
                </a:solidFill>
              </a:rPr>
              <a:t>User Study</a:t>
            </a:r>
          </a:p>
        </p:txBody>
      </p:sp>
      <p:pic>
        <p:nvPicPr>
          <p:cNvPr id="4" name="Picture 3">
            <a:extLst>
              <a:ext uri="{FF2B5EF4-FFF2-40B4-BE49-F238E27FC236}">
                <a16:creationId xmlns:a16="http://schemas.microsoft.com/office/drawing/2014/main" id="{9234614D-0A49-DFF1-4D83-6956C81667E0}"/>
              </a:ext>
            </a:extLst>
          </p:cNvPr>
          <p:cNvPicPr>
            <a:picLocks noChangeAspect="1"/>
          </p:cNvPicPr>
          <p:nvPr/>
        </p:nvPicPr>
        <p:blipFill>
          <a:blip r:embed="rId2"/>
          <a:stretch>
            <a:fillRect/>
          </a:stretch>
        </p:blipFill>
        <p:spPr>
          <a:xfrm>
            <a:off x="5194607" y="1359741"/>
            <a:ext cx="6391533" cy="4138518"/>
          </a:xfrm>
          <a:prstGeom prst="rect">
            <a:avLst/>
          </a:prstGeom>
        </p:spPr>
      </p:pic>
      <p:sp>
        <p:nvSpPr>
          <p:cNvPr id="15" name="Rectangle 14">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Oval 16">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Oval 18">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C5622AD4-F4CF-DB1C-631E-234D3AF421F5}"/>
              </a:ext>
            </a:extLst>
          </p:cNvPr>
          <p:cNvSpPr>
            <a:spLocks noGrp="1"/>
          </p:cNvSpPr>
          <p:nvPr>
            <p:ph idx="1"/>
          </p:nvPr>
        </p:nvSpPr>
        <p:spPr>
          <a:xfrm>
            <a:off x="1154955" y="2120900"/>
            <a:ext cx="3133726" cy="3898900"/>
          </a:xfrm>
        </p:spPr>
        <p:txBody>
          <a:bodyPr>
            <a:normAutofit/>
          </a:bodyPr>
          <a:lstStyle/>
          <a:p>
            <a:pPr>
              <a:lnSpc>
                <a:spcPct val="90000"/>
              </a:lnSpc>
            </a:pPr>
            <a:r>
              <a:rPr lang="en-US" sz="1500">
                <a:solidFill>
                  <a:srgbClr val="FFFFFF"/>
                </a:solidFill>
              </a:rPr>
              <a:t>Each participant interacted with both Transformer Explainer and a widely referenced blog post explaining decoder-only Transformers (GPT-2), identified through a top Google search result.</a:t>
            </a:r>
            <a:endParaRPr lang="en-GB" sz="1500">
              <a:solidFill>
                <a:srgbClr val="FFFFFF"/>
              </a:solidFill>
            </a:endParaRPr>
          </a:p>
          <a:p>
            <a:pPr>
              <a:lnSpc>
                <a:spcPct val="90000"/>
              </a:lnSpc>
            </a:pPr>
            <a:endParaRPr lang="en-GB" sz="1500">
              <a:solidFill>
                <a:srgbClr val="FFFFFF"/>
              </a:solidFill>
            </a:endParaRPr>
          </a:p>
          <a:p>
            <a:pPr>
              <a:lnSpc>
                <a:spcPct val="90000"/>
              </a:lnSpc>
            </a:pPr>
            <a:r>
              <a:rPr lang="en-US" sz="1500">
                <a:solidFill>
                  <a:srgbClr val="FFFFFF"/>
                </a:solidFill>
              </a:rPr>
              <a:t>Following each interaction, participants completed a short quiz to confirm meaningful engagement with the material.</a:t>
            </a:r>
            <a:endParaRPr lang="en-GB" sz="1500">
              <a:solidFill>
                <a:srgbClr val="FFFFFF"/>
              </a:solidFill>
            </a:endParaRPr>
          </a:p>
          <a:p>
            <a:pPr>
              <a:lnSpc>
                <a:spcPct val="90000"/>
              </a:lnSpc>
            </a:pPr>
            <a:endParaRPr lang="en-GB" sz="1500">
              <a:solidFill>
                <a:srgbClr val="FFFFFF"/>
              </a:solidFill>
            </a:endParaRPr>
          </a:p>
        </p:txBody>
      </p:sp>
      <p:sp>
        <p:nvSpPr>
          <p:cNvPr id="21"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Tree>
    <p:extLst>
      <p:ext uri="{BB962C8B-B14F-4D97-AF65-F5344CB8AC3E}">
        <p14:creationId xmlns:p14="http://schemas.microsoft.com/office/powerpoint/2010/main" val="2018411384"/>
      </p:ext>
    </p:extLst>
  </p:cSld>
  <p:clrMapOvr>
    <a:overrideClrMapping bg1="dk1" tx1="lt1" bg2="dk2" tx2="lt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96102-32F3-1154-40BF-E0A5DE478659}"/>
              </a:ext>
            </a:extLst>
          </p:cNvPr>
          <p:cNvSpPr>
            <a:spLocks noGrp="1"/>
          </p:cNvSpPr>
          <p:nvPr>
            <p:ph type="title"/>
          </p:nvPr>
        </p:nvSpPr>
        <p:spPr/>
        <p:txBody>
          <a:bodyPr/>
          <a:lstStyle/>
          <a:p>
            <a:r>
              <a:rPr lang="en-GB" dirty="0"/>
              <a:t>Result and Design Lessons</a:t>
            </a:r>
          </a:p>
        </p:txBody>
      </p:sp>
      <p:sp>
        <p:nvSpPr>
          <p:cNvPr id="3" name="Content Placeholder 2">
            <a:extLst>
              <a:ext uri="{FF2B5EF4-FFF2-40B4-BE49-F238E27FC236}">
                <a16:creationId xmlns:a16="http://schemas.microsoft.com/office/drawing/2014/main" id="{28C15236-8AD4-6BD2-9954-80BA6A261358}"/>
              </a:ext>
            </a:extLst>
          </p:cNvPr>
          <p:cNvSpPr>
            <a:spLocks noGrp="1"/>
          </p:cNvSpPr>
          <p:nvPr>
            <p:ph idx="1"/>
          </p:nvPr>
        </p:nvSpPr>
        <p:spPr/>
        <p:txBody>
          <a:bodyPr/>
          <a:lstStyle/>
          <a:p>
            <a:r>
              <a:rPr lang="en-US" dirty="0"/>
              <a:t>Our findings revealed a clear preference for Transformer Explainer, with about 74% of participants preferred it over the static blog post.</a:t>
            </a:r>
            <a:endParaRPr lang="en-GB" dirty="0"/>
          </a:p>
          <a:p>
            <a:pPr marL="0" indent="0">
              <a:buNone/>
            </a:pPr>
            <a:endParaRPr lang="en-GB" dirty="0"/>
          </a:p>
        </p:txBody>
      </p:sp>
    </p:spTree>
    <p:extLst>
      <p:ext uri="{BB962C8B-B14F-4D97-AF65-F5344CB8AC3E}">
        <p14:creationId xmlns:p14="http://schemas.microsoft.com/office/powerpoint/2010/main" val="25353161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62EC7-CD76-5B55-4DA7-BA94216BFDFB}"/>
              </a:ext>
            </a:extLst>
          </p:cNvPr>
          <p:cNvSpPr>
            <a:spLocks noGrp="1"/>
          </p:cNvSpPr>
          <p:nvPr>
            <p:ph type="title"/>
          </p:nvPr>
        </p:nvSpPr>
        <p:spPr/>
        <p:txBody>
          <a:bodyPr/>
          <a:lstStyle/>
          <a:p>
            <a:r>
              <a:rPr lang="en-GB" dirty="0"/>
              <a:t>Limitations</a:t>
            </a:r>
          </a:p>
        </p:txBody>
      </p:sp>
      <p:sp>
        <p:nvSpPr>
          <p:cNvPr id="3" name="Content Placeholder 2">
            <a:extLst>
              <a:ext uri="{FF2B5EF4-FFF2-40B4-BE49-F238E27FC236}">
                <a16:creationId xmlns:a16="http://schemas.microsoft.com/office/drawing/2014/main" id="{7B83393C-9380-9CA8-5F65-54DD0F84C32B}"/>
              </a:ext>
            </a:extLst>
          </p:cNvPr>
          <p:cNvSpPr>
            <a:spLocks noGrp="1"/>
          </p:cNvSpPr>
          <p:nvPr>
            <p:ph idx="1"/>
          </p:nvPr>
        </p:nvSpPr>
        <p:spPr/>
        <p:txBody>
          <a:bodyPr/>
          <a:lstStyle/>
          <a:p>
            <a:pPr lvl="0"/>
            <a:r>
              <a:rPr lang="en-US" dirty="0"/>
              <a:t>Interactivity increases complexity; onboarding can help</a:t>
            </a:r>
            <a:endParaRPr lang="en-GB" dirty="0"/>
          </a:p>
          <a:p>
            <a:pPr lvl="0"/>
            <a:endParaRPr lang="en-US" dirty="0"/>
          </a:p>
          <a:p>
            <a:pPr lvl="0"/>
            <a:r>
              <a:rPr lang="en-US" dirty="0"/>
              <a:t>Support for deeper exploration</a:t>
            </a:r>
            <a:endParaRPr lang="en-GB" dirty="0"/>
          </a:p>
          <a:p>
            <a:pPr lvl="0"/>
            <a:endParaRPr lang="en-US" dirty="0"/>
          </a:p>
          <a:p>
            <a:pPr lvl="0"/>
            <a:r>
              <a:rPr lang="en-US" dirty="0"/>
              <a:t>Further breakdown of mathematical details</a:t>
            </a:r>
            <a:endParaRPr lang="en-GB" dirty="0"/>
          </a:p>
          <a:p>
            <a:pPr marL="0" indent="0">
              <a:buNone/>
            </a:pPr>
            <a:endParaRPr lang="en-GB" dirty="0"/>
          </a:p>
        </p:txBody>
      </p:sp>
    </p:spTree>
    <p:extLst>
      <p:ext uri="{BB962C8B-B14F-4D97-AF65-F5344CB8AC3E}">
        <p14:creationId xmlns:p14="http://schemas.microsoft.com/office/powerpoint/2010/main" val="15615180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C991B-A2C5-AFB7-7999-20E73C1ACFA8}"/>
              </a:ext>
            </a:extLst>
          </p:cNvPr>
          <p:cNvSpPr>
            <a:spLocks noGrp="1"/>
          </p:cNvSpPr>
          <p:nvPr>
            <p:ph type="title"/>
          </p:nvPr>
        </p:nvSpPr>
        <p:spPr/>
        <p:txBody>
          <a:bodyPr/>
          <a:lstStyle/>
          <a:p>
            <a:r>
              <a:rPr lang="en-GB" dirty="0"/>
              <a:t>Discussion and Future Work</a:t>
            </a:r>
          </a:p>
        </p:txBody>
      </p:sp>
      <p:sp>
        <p:nvSpPr>
          <p:cNvPr id="3" name="Content Placeholder 2">
            <a:extLst>
              <a:ext uri="{FF2B5EF4-FFF2-40B4-BE49-F238E27FC236}">
                <a16:creationId xmlns:a16="http://schemas.microsoft.com/office/drawing/2014/main" id="{021562EE-E723-1F50-4467-1B78C247A5BB}"/>
              </a:ext>
            </a:extLst>
          </p:cNvPr>
          <p:cNvSpPr>
            <a:spLocks noGrp="1"/>
          </p:cNvSpPr>
          <p:nvPr>
            <p:ph idx="1"/>
          </p:nvPr>
        </p:nvSpPr>
        <p:spPr/>
        <p:txBody>
          <a:bodyPr/>
          <a:lstStyle/>
          <a:p>
            <a:pPr lvl="0"/>
            <a:r>
              <a:rPr lang="en-US" dirty="0"/>
              <a:t>Extending Support to Other Modalities</a:t>
            </a:r>
            <a:endParaRPr lang="en-GB" dirty="0"/>
          </a:p>
          <a:p>
            <a:pPr lvl="0"/>
            <a:endParaRPr lang="en-US" dirty="0"/>
          </a:p>
          <a:p>
            <a:pPr lvl="0"/>
            <a:r>
              <a:rPr lang="en-US" dirty="0"/>
              <a:t>Expanding Interpretability and Visualization of Attention</a:t>
            </a:r>
            <a:endParaRPr lang="en-GB" dirty="0"/>
          </a:p>
          <a:p>
            <a:endParaRPr lang="en-US" dirty="0"/>
          </a:p>
          <a:p>
            <a:r>
              <a:rPr lang="en-US" dirty="0"/>
              <a:t>Scaling to Larger Models</a:t>
            </a:r>
            <a:endParaRPr lang="en-GB" dirty="0"/>
          </a:p>
        </p:txBody>
      </p:sp>
    </p:spTree>
    <p:extLst>
      <p:ext uri="{BB962C8B-B14F-4D97-AF65-F5344CB8AC3E}">
        <p14:creationId xmlns:p14="http://schemas.microsoft.com/office/powerpoint/2010/main" val="40615942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C830A-81F8-0679-7348-E8B048313142}"/>
              </a:ext>
            </a:extLst>
          </p:cNvPr>
          <p:cNvSpPr>
            <a:spLocks noGrp="1"/>
          </p:cNvSpPr>
          <p:nvPr>
            <p:ph type="title"/>
          </p:nvPr>
        </p:nvSpPr>
        <p:spPr/>
        <p:txBody>
          <a:bodyPr/>
          <a:lstStyle/>
          <a:p>
            <a:r>
              <a:rPr lang="en-GB" dirty="0"/>
              <a:t>Supervisor’s feedback</a:t>
            </a:r>
          </a:p>
        </p:txBody>
      </p:sp>
      <p:sp>
        <p:nvSpPr>
          <p:cNvPr id="3" name="Content Placeholder 2">
            <a:extLst>
              <a:ext uri="{FF2B5EF4-FFF2-40B4-BE49-F238E27FC236}">
                <a16:creationId xmlns:a16="http://schemas.microsoft.com/office/drawing/2014/main" id="{5AD938DE-2555-4DD0-3127-D1A20DFEBCA8}"/>
              </a:ext>
            </a:extLst>
          </p:cNvPr>
          <p:cNvSpPr>
            <a:spLocks noGrp="1"/>
          </p:cNvSpPr>
          <p:nvPr>
            <p:ph idx="1"/>
          </p:nvPr>
        </p:nvSpPr>
        <p:spPr/>
        <p:txBody>
          <a:bodyPr/>
          <a:lstStyle/>
          <a:p>
            <a:r>
              <a:rPr lang="en-GB" dirty="0"/>
              <a:t>Read more papers</a:t>
            </a:r>
          </a:p>
          <a:p>
            <a:r>
              <a:rPr lang="en-GB" dirty="0"/>
              <a:t>Start developing Prototype</a:t>
            </a:r>
          </a:p>
          <a:p>
            <a:r>
              <a:rPr lang="en-GB" dirty="0"/>
              <a:t>Be critical of the papers </a:t>
            </a:r>
            <a:r>
              <a:rPr lang="en-GB"/>
              <a:t>you’re reading</a:t>
            </a:r>
          </a:p>
          <a:p>
            <a:pPr marL="0" indent="0">
              <a:buNone/>
            </a:pPr>
            <a:endParaRPr lang="en-GB" dirty="0"/>
          </a:p>
        </p:txBody>
      </p:sp>
    </p:spTree>
    <p:extLst>
      <p:ext uri="{BB962C8B-B14F-4D97-AF65-F5344CB8AC3E}">
        <p14:creationId xmlns:p14="http://schemas.microsoft.com/office/powerpoint/2010/main" val="24499088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Metadata/LabelInfo.xml><?xml version="1.0" encoding="utf-8"?>
<clbl:labelList xmlns:clbl="http://schemas.microsoft.com/office/2020/mipLabelMetadata">
  <clbl:label id="{d79a8112-4fbe-417a-a112-cd0fb490d85c}" enabled="0" method="" siteId="{d79a8112-4fbe-417a-a112-cd0fb490d85c}" removed="1"/>
</clbl:labelList>
</file>

<file path=docProps/app.xml><?xml version="1.0" encoding="utf-8"?>
<Properties xmlns="http://schemas.openxmlformats.org/officeDocument/2006/extended-properties" xmlns:vt="http://schemas.openxmlformats.org/officeDocument/2006/docPropsVTypes">
  <Template>Ion Boardroom</Template>
  <TotalTime>1166</TotalTime>
  <Words>1986</Words>
  <Application>Microsoft Office PowerPoint</Application>
  <PresentationFormat>Widescreen</PresentationFormat>
  <Paragraphs>183</Paragraphs>
  <Slides>55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Arial</vt:lpstr>
      <vt:lpstr>Cambria Math</vt:lpstr>
      <vt:lpstr>Century Gothic</vt:lpstr>
      <vt:lpstr>Wingdings 3</vt:lpstr>
      <vt:lpstr>Ion Boardroom</vt:lpstr>
      <vt:lpstr>PHD Progression 11</vt:lpstr>
      <vt:lpstr>Things accomplished</vt:lpstr>
      <vt:lpstr>Industry visualization requirements(Attention Mechanism)</vt:lpstr>
      <vt:lpstr>Industry visualization( Model structure &amp; Flow visualization)</vt:lpstr>
      <vt:lpstr>Industry visualization (Interpretability &amp; Debugging Tools)</vt:lpstr>
      <vt:lpstr>Skills needed to complete this project</vt:lpstr>
      <vt:lpstr>Transformer Visualization via Dictionary learning</vt:lpstr>
      <vt:lpstr>Introduction</vt:lpstr>
      <vt:lpstr>The limitations of probing tasks</vt:lpstr>
      <vt:lpstr>The limitations of probing tasks</vt:lpstr>
      <vt:lpstr>Introduction</vt:lpstr>
      <vt:lpstr>The importance score vs layer graph</vt:lpstr>
      <vt:lpstr>Experiments and discoveries</vt:lpstr>
      <vt:lpstr>Low-Level: Word-level polysemy disambiguation</vt:lpstr>
      <vt:lpstr>PowerPoint Presentation</vt:lpstr>
      <vt:lpstr>PowerPoint Presentation</vt:lpstr>
      <vt:lpstr>Mid-level: sentence-level pattern formation</vt:lpstr>
      <vt:lpstr>PowerPoint Presentation</vt:lpstr>
      <vt:lpstr>PowerPoint Presentation</vt:lpstr>
      <vt:lpstr>High-level: Long range dependency</vt:lpstr>
      <vt:lpstr>High-level: Long range dependency</vt:lpstr>
      <vt:lpstr>PowerPoint Presentation</vt:lpstr>
      <vt:lpstr>InterpreT: An interactive visualization Tool for interpreting Transformers</vt:lpstr>
      <vt:lpstr>InterpreT </vt:lpstr>
      <vt:lpstr>The different views of InterpreT</vt:lpstr>
      <vt:lpstr>PowerPoint Presentation</vt:lpstr>
      <vt:lpstr>PowerPoint Presentation</vt:lpstr>
      <vt:lpstr>Use cases</vt:lpstr>
      <vt:lpstr>PowerPoint Presentation</vt:lpstr>
      <vt:lpstr>PowerPoint Presentation</vt:lpstr>
      <vt:lpstr>PowerPoint Presentation</vt:lpstr>
      <vt:lpstr>PowerPoint Presentation</vt:lpstr>
      <vt:lpstr>DODRIO: Exploring Transformer Models With Interactive Visualization</vt:lpstr>
      <vt:lpstr>PowerPoint Presentation</vt:lpstr>
      <vt:lpstr>PowerPoint Presentation</vt:lpstr>
      <vt:lpstr>PowerPoint Presentation</vt:lpstr>
      <vt:lpstr>PowerPoint Presentation</vt:lpstr>
      <vt:lpstr>PowerPoint Presentation</vt:lpstr>
      <vt:lpstr>Instance Selection View</vt:lpstr>
      <vt:lpstr>VL-InterpreT: An Interactive Visualization Tool for Interpreting Vision-Language Transformers</vt:lpstr>
      <vt:lpstr>PowerPoint Presentation</vt:lpstr>
      <vt:lpstr>PowerPoint Presentation</vt:lpstr>
      <vt:lpstr>PowerPoint Presentation</vt:lpstr>
      <vt:lpstr>Transformer Explainer: Interactive Visual Learning of LLM Transformers</vt:lpstr>
      <vt:lpstr>PowerPoint Presentation</vt:lpstr>
      <vt:lpstr>Design Challenges &amp; Goals</vt:lpstr>
      <vt:lpstr>Design Challenges &amp; Goals</vt:lpstr>
      <vt:lpstr>Visualization Interface of Transformer Explainer</vt:lpstr>
      <vt:lpstr>Visualization Interface of Transformer Explainer</vt:lpstr>
      <vt:lpstr>Adjustable Sampling Hyperparameter Influencing Next-Token Prediction</vt:lpstr>
      <vt:lpstr>User Study</vt:lpstr>
      <vt:lpstr>Result and Design Lessons</vt:lpstr>
      <vt:lpstr>Limitations</vt:lpstr>
      <vt:lpstr>Discussion and Future Work</vt:lpstr>
      <vt:lpstr>Supervisor’s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Olanrewaju, Emmanuel (Student)</dc:creator>
  <cp:lastModifiedBy>Olanrewaju, Emmanuel (Student)</cp:lastModifiedBy>
  <cp:revision>7</cp:revision>
  <dcterms:created xsi:type="dcterms:W3CDTF">2026-02-16T12:37:19Z</dcterms:created>
  <dcterms:modified xsi:type="dcterms:W3CDTF">2026-02-17T14:04:22Z</dcterms:modified>
</cp:coreProperties>
</file>